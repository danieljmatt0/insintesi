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 id="214748368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Poppins Light"/>
      <p:regular r:id="rId27"/>
      <p:bold r:id="rId28"/>
      <p:italic r:id="rId29"/>
      <p:boldItalic r:id="rId30"/>
    </p:embeddedFont>
    <p:embeddedFont>
      <p:font typeface="Poppins SemiBold"/>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31" Type="http://schemas.openxmlformats.org/officeDocument/2006/relationships/font" Target="fonts/PoppinsSemiBold-regular.fntdata"/><Relationship Id="rId30" Type="http://schemas.openxmlformats.org/officeDocument/2006/relationships/font" Target="fonts/PoppinsLight-boldItalic.fntdata"/><Relationship Id="rId33" Type="http://schemas.openxmlformats.org/officeDocument/2006/relationships/font" Target="fonts/PoppinsSemiBold-italic.fntdata"/><Relationship Id="rId32" Type="http://schemas.openxmlformats.org/officeDocument/2006/relationships/font" Target="fonts/PoppinsSemiBold-bold.fntdata"/><Relationship Id="rId34" Type="http://schemas.openxmlformats.org/officeDocument/2006/relationships/font" Target="fonts/PoppinsSemiBold-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oppinsLight-bold.fntdata"/><Relationship Id="rId27" Type="http://schemas.openxmlformats.org/officeDocument/2006/relationships/font" Target="fonts/PoppinsLight-regular.fntdata"/><Relationship Id="rId29" Type="http://schemas.openxmlformats.org/officeDocument/2006/relationships/font" Target="fonts/PoppinsLight-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5a4626c26_1_11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75a4626c26_1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f7c350f82_0_3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9f7c350f82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f7c350f82_0_4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9f7c350f82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5a4626c26_1_32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75a4626c26_1_3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75a4626c26_1_12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75a4626c26_1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5a4626c26_1_19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375a4626c26_1_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75a4626c26_1_20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75a4626c26_1_2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75a4626c26_1_23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75a4626c26_1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75a4626c26_1_25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75a4626c26_1_2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75a4626c26_1_27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75a4626c26_1_2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75a4626c26_1_33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75a4626c26_1_3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75a4626c26_1_36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375a4626c26_1_3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75a4626c26_1_37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375a4626c26_1_3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75a4626c26_1_38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375a4626c26_1_3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75a4626c26_1_39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375a4626c26_1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75a4626c26_1_41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375a4626c26_1_4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75a4626c26_1_61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g375a4626c26_1_6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75a4626c26_1_82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375a4626c26_1_8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75a4626c26_1_62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75a4626c26_1_6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75a4626c26_1_72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g375a4626c26_1_7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hyperlink" Target="http://pptmon.com/" TargetMode="External"/><Relationship Id="rId5" Type="http://schemas.openxmlformats.org/officeDocument/2006/relationships/image" Target="../media/image3.png"/><Relationship Id="rId6" Type="http://schemas.openxmlformats.org/officeDocument/2006/relationships/hyperlink" Target="https://pptmon.com/" TargetMode="External"/><Relationship Id="rId7" Type="http://schemas.openxmlformats.org/officeDocument/2006/relationships/hyperlink" Target="http://www.pptmon.com/"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hyperlink" Target="http://pptmon.com/" TargetMode="External"/><Relationship Id="rId5" Type="http://schemas.openxmlformats.org/officeDocument/2006/relationships/image" Target="../media/image3.png"/><Relationship Id="rId6" Type="http://schemas.openxmlformats.org/officeDocument/2006/relationships/hyperlink" Target="https://pptmon.com/" TargetMode="External"/><Relationship Id="rId7" Type="http://schemas.openxmlformats.org/officeDocument/2006/relationships/hyperlink" Target="http://www.pptmon.com/"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hyperlink" Target="http://pptmon.com/" TargetMode="External"/><Relationship Id="rId5" Type="http://schemas.openxmlformats.org/officeDocument/2006/relationships/image" Target="../media/image3.png"/><Relationship Id="rId6" Type="http://schemas.openxmlformats.org/officeDocument/2006/relationships/hyperlink" Target="https://pptmon.com/" TargetMode="External"/><Relationship Id="rId7" Type="http://schemas.openxmlformats.org/officeDocument/2006/relationships/hyperlink" Target="http://www.pptmon.com/"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hyperlink" Target="http://pptmon.com/" TargetMode="External"/><Relationship Id="rId5" Type="http://schemas.openxmlformats.org/officeDocument/2006/relationships/image" Target="../media/image3.png"/><Relationship Id="rId6" Type="http://schemas.openxmlformats.org/officeDocument/2006/relationships/hyperlink" Target="https://pptmon.com/" TargetMode="External"/><Relationship Id="rId7" Type="http://schemas.openxmlformats.org/officeDocument/2006/relationships/hyperlink" Target="http://www.pptmon.com/"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hyperlink" Target="http://pptmon.com/" TargetMode="External"/><Relationship Id="rId5" Type="http://schemas.openxmlformats.org/officeDocument/2006/relationships/image" Target="../media/image3.png"/><Relationship Id="rId6" Type="http://schemas.openxmlformats.org/officeDocument/2006/relationships/hyperlink" Target="https://pptmon.com/" TargetMode="External"/><Relationship Id="rId7" Type="http://schemas.openxmlformats.org/officeDocument/2006/relationships/hyperlink" Target="http://www.pptmon.com/"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hyperlink" Target="http://pptmon.com/" TargetMode="External"/><Relationship Id="rId5" Type="http://schemas.openxmlformats.org/officeDocument/2006/relationships/image" Target="../media/image3.png"/><Relationship Id="rId6" Type="http://schemas.openxmlformats.org/officeDocument/2006/relationships/hyperlink" Target="https://pptmon.com/" TargetMode="External"/><Relationship Id="rId7" Type="http://schemas.openxmlformats.org/officeDocument/2006/relationships/hyperlink" Target="http://www.pptmon.com/"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 Id="rId6" Type="http://schemas.openxmlformats.org/officeDocument/2006/relationships/image" Target="../media/image4.png"/><Relationship Id="rId7"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pptmon.com/" TargetMode="External"/><Relationship Id="rId3" Type="http://schemas.openxmlformats.org/officeDocument/2006/relationships/image" Target="../media/image3.png"/><Relationship Id="rId4" Type="http://schemas.openxmlformats.org/officeDocument/2006/relationships/hyperlink" Target="https://pptmon.com/" TargetMode="External"/><Relationship Id="rId5" Type="http://schemas.openxmlformats.org/officeDocument/2006/relationships/hyperlink" Target="http://www.pptmon.com/"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MON title">
  <p:cSld name="PPTMON title">
    <p:spTree>
      <p:nvGrpSpPr>
        <p:cNvPr id="51" name="Shape 51"/>
        <p:cNvGrpSpPr/>
        <p:nvPr/>
      </p:nvGrpSpPr>
      <p:grpSpPr>
        <a:xfrm>
          <a:off x="0" y="0"/>
          <a:ext cx="0" cy="0"/>
          <a:chOff x="0" y="0"/>
          <a:chExt cx="0" cy="0"/>
        </a:xfrm>
      </p:grpSpPr>
      <p:pic>
        <p:nvPicPr>
          <p:cNvPr id="52" name="Google Shape;52;p14">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53" name="Google Shape;53;p14">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ko" sz="800" u="sng" cap="none" strike="noStrike">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54" name="Google Shape;54;p14"/>
          <p:cNvPicPr preferRelativeResize="0"/>
          <p:nvPr/>
        </p:nvPicPr>
        <p:blipFill rotWithShape="1">
          <a:blip r:embed="rId6">
            <a:alphaModFix/>
          </a:blip>
          <a:srcRect b="0" l="0" r="0" t="0"/>
          <a:stretch/>
        </p:blipFill>
        <p:spPr>
          <a:xfrm>
            <a:off x="1314554" y="1932356"/>
            <a:ext cx="6514892" cy="2764758"/>
          </a:xfrm>
          <a:prstGeom prst="rect">
            <a:avLst/>
          </a:prstGeom>
          <a:noFill/>
          <a:ln>
            <a:noFill/>
          </a:ln>
        </p:spPr>
      </p:pic>
      <p:pic>
        <p:nvPicPr>
          <p:cNvPr id="55" name="Google Shape;55;p14"/>
          <p:cNvPicPr preferRelativeResize="0"/>
          <p:nvPr/>
        </p:nvPicPr>
        <p:blipFill rotWithShape="1">
          <a:blip r:embed="rId7">
            <a:alphaModFix/>
          </a:blip>
          <a:srcRect b="0" l="0" r="0" t="0"/>
          <a:stretch/>
        </p:blipFill>
        <p:spPr>
          <a:xfrm>
            <a:off x="4596931" y="582401"/>
            <a:ext cx="2968525" cy="131784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PTMON slide">
  <p:cSld name="1_PPTMON slide">
    <p:spTree>
      <p:nvGrpSpPr>
        <p:cNvPr id="56" name="Shape 56"/>
        <p:cNvGrpSpPr/>
        <p:nvPr/>
      </p:nvGrpSpPr>
      <p:grpSpPr>
        <a:xfrm>
          <a:off x="0" y="0"/>
          <a:ext cx="0" cy="0"/>
          <a:chOff x="0" y="0"/>
          <a:chExt cx="0" cy="0"/>
        </a:xfrm>
      </p:grpSpPr>
      <p:pic>
        <p:nvPicPr>
          <p:cNvPr id="57" name="Google Shape;57;p15">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58" name="Google Shape;58;p15">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59" name="Google Shape;59;p15"/>
          <p:cNvPicPr preferRelativeResize="0"/>
          <p:nvPr/>
        </p:nvPicPr>
        <p:blipFill rotWithShape="1">
          <a:blip r:embed="rId6">
            <a:alphaModFix/>
          </a:blip>
          <a:srcRect b="44062" l="36224" r="0" t="0"/>
          <a:stretch/>
        </p:blipFill>
        <p:spPr>
          <a:xfrm flipH="1">
            <a:off x="4988998" y="3596968"/>
            <a:ext cx="4155002" cy="1546532"/>
          </a:xfrm>
          <a:prstGeom prst="rect">
            <a:avLst/>
          </a:prstGeom>
          <a:noFill/>
          <a:ln>
            <a:noFill/>
          </a:ln>
        </p:spPr>
      </p:pic>
      <p:pic>
        <p:nvPicPr>
          <p:cNvPr id="60" name="Google Shape;60;p15"/>
          <p:cNvPicPr preferRelativeResize="0"/>
          <p:nvPr/>
        </p:nvPicPr>
        <p:blipFill rotWithShape="1">
          <a:blip r:embed="rId7">
            <a:alphaModFix/>
          </a:blip>
          <a:srcRect b="0" l="26559" r="0" t="27631"/>
          <a:stretch/>
        </p:blipFill>
        <p:spPr>
          <a:xfrm>
            <a:off x="-1" y="-1"/>
            <a:ext cx="2180122" cy="953711"/>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PTMON slide">
  <p:cSld name="2_PPTMON slide">
    <p:spTree>
      <p:nvGrpSpPr>
        <p:cNvPr id="61" name="Shape 61"/>
        <p:cNvGrpSpPr/>
        <p:nvPr/>
      </p:nvGrpSpPr>
      <p:grpSpPr>
        <a:xfrm>
          <a:off x="0" y="0"/>
          <a:ext cx="0" cy="0"/>
          <a:chOff x="0" y="0"/>
          <a:chExt cx="0" cy="0"/>
        </a:xfrm>
      </p:grpSpPr>
      <p:pic>
        <p:nvPicPr>
          <p:cNvPr id="62" name="Google Shape;62;p16">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63" name="Google Shape;63;p16">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64" name="Google Shape;64;p16"/>
          <p:cNvPicPr preferRelativeResize="0"/>
          <p:nvPr/>
        </p:nvPicPr>
        <p:blipFill rotWithShape="1">
          <a:blip r:embed="rId6">
            <a:alphaModFix/>
          </a:blip>
          <a:srcRect b="28653" l="0" r="64257" t="0"/>
          <a:stretch/>
        </p:blipFill>
        <p:spPr>
          <a:xfrm flipH="1">
            <a:off x="0" y="3170922"/>
            <a:ext cx="2328608" cy="1972578"/>
          </a:xfrm>
          <a:prstGeom prst="rect">
            <a:avLst/>
          </a:prstGeom>
          <a:noFill/>
          <a:ln>
            <a:noFill/>
          </a:ln>
        </p:spPr>
      </p:pic>
      <p:pic>
        <p:nvPicPr>
          <p:cNvPr id="65" name="Google Shape;65;p16"/>
          <p:cNvPicPr preferRelativeResize="0"/>
          <p:nvPr/>
        </p:nvPicPr>
        <p:blipFill rotWithShape="1">
          <a:blip r:embed="rId7">
            <a:alphaModFix/>
          </a:blip>
          <a:srcRect b="0" l="0" r="27561" t="30304"/>
          <a:stretch/>
        </p:blipFill>
        <p:spPr>
          <a:xfrm>
            <a:off x="6993622" y="0"/>
            <a:ext cx="2150378" cy="918470"/>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PTMON title">
  <p:cSld name="1_PPTMON title">
    <p:spTree>
      <p:nvGrpSpPr>
        <p:cNvPr id="66" name="Shape 66"/>
        <p:cNvGrpSpPr/>
        <p:nvPr/>
      </p:nvGrpSpPr>
      <p:grpSpPr>
        <a:xfrm>
          <a:off x="0" y="0"/>
          <a:ext cx="0" cy="0"/>
          <a:chOff x="0" y="0"/>
          <a:chExt cx="0" cy="0"/>
        </a:xfrm>
      </p:grpSpPr>
      <p:pic>
        <p:nvPicPr>
          <p:cNvPr id="67" name="Google Shape;67;p17">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68" name="Google Shape;68;p17">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69" name="Google Shape;69;p17"/>
          <p:cNvPicPr preferRelativeResize="0"/>
          <p:nvPr/>
        </p:nvPicPr>
        <p:blipFill rotWithShape="1">
          <a:blip r:embed="rId6">
            <a:alphaModFix/>
          </a:blip>
          <a:srcRect b="0" l="0" r="0" t="0"/>
          <a:stretch/>
        </p:blipFill>
        <p:spPr>
          <a:xfrm flipH="1">
            <a:off x="1624969" y="2335005"/>
            <a:ext cx="6514892" cy="2764758"/>
          </a:xfrm>
          <a:prstGeom prst="rect">
            <a:avLst/>
          </a:prstGeom>
          <a:noFill/>
          <a:ln>
            <a:noFill/>
          </a:ln>
        </p:spPr>
      </p:pic>
      <p:pic>
        <p:nvPicPr>
          <p:cNvPr id="70" name="Google Shape;70;p17"/>
          <p:cNvPicPr preferRelativeResize="0"/>
          <p:nvPr/>
        </p:nvPicPr>
        <p:blipFill rotWithShape="1">
          <a:blip r:embed="rId7">
            <a:alphaModFix/>
          </a:blip>
          <a:srcRect b="0" l="0" r="0" t="0"/>
          <a:stretch/>
        </p:blipFill>
        <p:spPr>
          <a:xfrm flipH="1">
            <a:off x="416294" y="423584"/>
            <a:ext cx="2968525" cy="131784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PTMON slide">
  <p:cSld name="3_PPTMON slide">
    <p:spTree>
      <p:nvGrpSpPr>
        <p:cNvPr id="71" name="Shape 71"/>
        <p:cNvGrpSpPr/>
        <p:nvPr/>
      </p:nvGrpSpPr>
      <p:grpSpPr>
        <a:xfrm>
          <a:off x="0" y="0"/>
          <a:ext cx="0" cy="0"/>
          <a:chOff x="0" y="0"/>
          <a:chExt cx="0" cy="0"/>
        </a:xfrm>
      </p:grpSpPr>
      <p:pic>
        <p:nvPicPr>
          <p:cNvPr id="72" name="Google Shape;72;p18">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73" name="Google Shape;73;p18">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74" name="Google Shape;74;p18"/>
          <p:cNvPicPr preferRelativeResize="0"/>
          <p:nvPr/>
        </p:nvPicPr>
        <p:blipFill rotWithShape="1">
          <a:blip r:embed="rId6">
            <a:alphaModFix/>
          </a:blip>
          <a:srcRect b="0" l="61497" r="0" t="32931"/>
          <a:stretch/>
        </p:blipFill>
        <p:spPr>
          <a:xfrm>
            <a:off x="0" y="0"/>
            <a:ext cx="2508359" cy="1854287"/>
          </a:xfrm>
          <a:prstGeom prst="rect">
            <a:avLst/>
          </a:prstGeom>
          <a:noFill/>
          <a:ln>
            <a:noFill/>
          </a:ln>
        </p:spPr>
      </p:pic>
      <p:pic>
        <p:nvPicPr>
          <p:cNvPr id="75" name="Google Shape;75;p18"/>
          <p:cNvPicPr preferRelativeResize="0"/>
          <p:nvPr/>
        </p:nvPicPr>
        <p:blipFill rotWithShape="1">
          <a:blip r:embed="rId7">
            <a:alphaModFix/>
          </a:blip>
          <a:srcRect b="0" l="0" r="18697" t="0"/>
          <a:stretch/>
        </p:blipFill>
        <p:spPr>
          <a:xfrm flipH="1" rot="10800000">
            <a:off x="6730531" y="3825654"/>
            <a:ext cx="2413469" cy="131784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PPTMON slide">
  <p:cSld name="10_PPTMON slide">
    <p:spTree>
      <p:nvGrpSpPr>
        <p:cNvPr id="76" name="Shape 76"/>
        <p:cNvGrpSpPr/>
        <p:nvPr/>
      </p:nvGrpSpPr>
      <p:grpSpPr>
        <a:xfrm>
          <a:off x="0" y="0"/>
          <a:ext cx="0" cy="0"/>
          <a:chOff x="0" y="0"/>
          <a:chExt cx="0" cy="0"/>
        </a:xfrm>
      </p:grpSpPr>
      <p:pic>
        <p:nvPicPr>
          <p:cNvPr id="77" name="Google Shape;77;p19"/>
          <p:cNvPicPr preferRelativeResize="0"/>
          <p:nvPr/>
        </p:nvPicPr>
        <p:blipFill rotWithShape="1">
          <a:blip r:embed="rId2">
            <a:alphaModFix/>
          </a:blip>
          <a:srcRect b="0" l="0" r="54971" t="28512"/>
          <a:stretch/>
        </p:blipFill>
        <p:spPr>
          <a:xfrm flipH="1">
            <a:off x="-1" y="0"/>
            <a:ext cx="2346866" cy="1581150"/>
          </a:xfrm>
          <a:prstGeom prst="rect">
            <a:avLst/>
          </a:prstGeom>
          <a:noFill/>
          <a:ln>
            <a:noFill/>
          </a:ln>
        </p:spPr>
      </p:pic>
      <p:pic>
        <p:nvPicPr>
          <p:cNvPr id="78" name="Google Shape;78;p19"/>
          <p:cNvPicPr preferRelativeResize="0"/>
          <p:nvPr/>
        </p:nvPicPr>
        <p:blipFill rotWithShape="1">
          <a:blip r:embed="rId3">
            <a:alphaModFix/>
          </a:blip>
          <a:srcRect b="0" l="30284" r="0" t="0"/>
          <a:stretch/>
        </p:blipFill>
        <p:spPr>
          <a:xfrm rot="10800000">
            <a:off x="7074469" y="3825654"/>
            <a:ext cx="2069531" cy="1317846"/>
          </a:xfrm>
          <a:prstGeom prst="rect">
            <a:avLst/>
          </a:prstGeom>
          <a:noFill/>
          <a:ln>
            <a:noFill/>
          </a:ln>
        </p:spPr>
      </p:pic>
      <p:sp>
        <p:nvSpPr>
          <p:cNvPr id="79" name="Google Shape;79;p19"/>
          <p:cNvSpPr/>
          <p:nvPr>
            <p:ph idx="2" type="pic"/>
          </p:nvPr>
        </p:nvSpPr>
        <p:spPr>
          <a:xfrm>
            <a:off x="850642" y="1280160"/>
            <a:ext cx="2583184" cy="2583180"/>
          </a:xfrm>
          <a:prstGeom prst="ellipse">
            <a:avLst/>
          </a:prstGeom>
          <a:solidFill>
            <a:srgbClr val="F2F2F2"/>
          </a:solidFill>
          <a:ln>
            <a:noFill/>
          </a:ln>
        </p:spPr>
      </p:sp>
      <p:pic>
        <p:nvPicPr>
          <p:cNvPr id="80" name="Google Shape;80;p19">
            <a:hlinkClick r:id="rId4"/>
          </p:cNvPr>
          <p:cNvPicPr preferRelativeResize="0"/>
          <p:nvPr/>
        </p:nvPicPr>
        <p:blipFill rotWithShape="1">
          <a:blip r:embed="rId5">
            <a:alphaModFix/>
          </a:blip>
          <a:srcRect b="0" l="29909" r="0" t="0"/>
          <a:stretch/>
        </p:blipFill>
        <p:spPr>
          <a:xfrm>
            <a:off x="4344269" y="5160902"/>
            <a:ext cx="1679403" cy="184666"/>
          </a:xfrm>
          <a:prstGeom prst="rect">
            <a:avLst/>
          </a:prstGeom>
          <a:noFill/>
          <a:ln>
            <a:noFill/>
          </a:ln>
        </p:spPr>
      </p:pic>
      <p:sp>
        <p:nvSpPr>
          <p:cNvPr id="81" name="Google Shape;81;p19">
            <a:hlinkClick r:id="rId6"/>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7">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PPTMON slide">
  <p:cSld name="13_PPTMON slide">
    <p:spTree>
      <p:nvGrpSpPr>
        <p:cNvPr id="82" name="Shape 82"/>
        <p:cNvGrpSpPr/>
        <p:nvPr/>
      </p:nvGrpSpPr>
      <p:grpSpPr>
        <a:xfrm>
          <a:off x="0" y="0"/>
          <a:ext cx="0" cy="0"/>
          <a:chOff x="0" y="0"/>
          <a:chExt cx="0" cy="0"/>
        </a:xfrm>
      </p:grpSpPr>
      <p:pic>
        <p:nvPicPr>
          <p:cNvPr id="83" name="Google Shape;83;p20"/>
          <p:cNvPicPr preferRelativeResize="0"/>
          <p:nvPr/>
        </p:nvPicPr>
        <p:blipFill rotWithShape="1">
          <a:blip r:embed="rId2">
            <a:alphaModFix/>
          </a:blip>
          <a:srcRect b="0" l="61497" r="0" t="32931"/>
          <a:stretch/>
        </p:blipFill>
        <p:spPr>
          <a:xfrm flipH="1" rot="10800000">
            <a:off x="0" y="3289213"/>
            <a:ext cx="2508359" cy="1854287"/>
          </a:xfrm>
          <a:prstGeom prst="rect">
            <a:avLst/>
          </a:prstGeom>
          <a:noFill/>
          <a:ln>
            <a:noFill/>
          </a:ln>
        </p:spPr>
      </p:pic>
      <p:pic>
        <p:nvPicPr>
          <p:cNvPr id="84" name="Google Shape;84;p20"/>
          <p:cNvPicPr preferRelativeResize="0"/>
          <p:nvPr/>
        </p:nvPicPr>
        <p:blipFill rotWithShape="1">
          <a:blip r:embed="rId3">
            <a:alphaModFix/>
          </a:blip>
          <a:srcRect b="0" l="0" r="18697" t="0"/>
          <a:stretch/>
        </p:blipFill>
        <p:spPr>
          <a:xfrm>
            <a:off x="6730531" y="0"/>
            <a:ext cx="2413469" cy="1317846"/>
          </a:xfrm>
          <a:prstGeom prst="rect">
            <a:avLst/>
          </a:prstGeom>
          <a:noFill/>
          <a:ln>
            <a:noFill/>
          </a:ln>
        </p:spPr>
      </p:pic>
      <p:sp>
        <p:nvSpPr>
          <p:cNvPr id="85" name="Google Shape;85;p20"/>
          <p:cNvSpPr/>
          <p:nvPr>
            <p:ph idx="2" type="pic"/>
          </p:nvPr>
        </p:nvSpPr>
        <p:spPr>
          <a:xfrm>
            <a:off x="5421086" y="916166"/>
            <a:ext cx="2670817" cy="3311168"/>
          </a:xfrm>
          <a:prstGeom prst="rect">
            <a:avLst/>
          </a:prstGeom>
          <a:solidFill>
            <a:srgbClr val="F2F2F2"/>
          </a:solidFill>
          <a:ln>
            <a:noFill/>
          </a:ln>
        </p:spPr>
      </p:sp>
      <p:pic>
        <p:nvPicPr>
          <p:cNvPr id="86" name="Google Shape;86;p20">
            <a:hlinkClick r:id="rId4"/>
          </p:cNvPr>
          <p:cNvPicPr preferRelativeResize="0"/>
          <p:nvPr/>
        </p:nvPicPr>
        <p:blipFill rotWithShape="1">
          <a:blip r:embed="rId5">
            <a:alphaModFix/>
          </a:blip>
          <a:srcRect b="0" l="29909" r="0" t="0"/>
          <a:stretch/>
        </p:blipFill>
        <p:spPr>
          <a:xfrm>
            <a:off x="4344269" y="5160902"/>
            <a:ext cx="1679403" cy="184666"/>
          </a:xfrm>
          <a:prstGeom prst="rect">
            <a:avLst/>
          </a:prstGeom>
          <a:noFill/>
          <a:ln>
            <a:noFill/>
          </a:ln>
        </p:spPr>
      </p:pic>
      <p:sp>
        <p:nvSpPr>
          <p:cNvPr id="87" name="Google Shape;87;p20">
            <a:hlinkClick r:id="rId6"/>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7">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PPTMON slide">
  <p:cSld name="12_PPTMON slide">
    <p:spTree>
      <p:nvGrpSpPr>
        <p:cNvPr id="88" name="Shape 88"/>
        <p:cNvGrpSpPr/>
        <p:nvPr/>
      </p:nvGrpSpPr>
      <p:grpSpPr>
        <a:xfrm>
          <a:off x="0" y="0"/>
          <a:ext cx="0" cy="0"/>
          <a:chOff x="0" y="0"/>
          <a:chExt cx="0" cy="0"/>
        </a:xfrm>
      </p:grpSpPr>
      <p:sp>
        <p:nvSpPr>
          <p:cNvPr id="89" name="Google Shape;89;p21"/>
          <p:cNvSpPr/>
          <p:nvPr>
            <p:ph idx="2" type="pic"/>
          </p:nvPr>
        </p:nvSpPr>
        <p:spPr>
          <a:xfrm>
            <a:off x="1110494" y="1714499"/>
            <a:ext cx="1482159" cy="1482158"/>
          </a:xfrm>
          <a:prstGeom prst="ellipse">
            <a:avLst/>
          </a:prstGeom>
          <a:solidFill>
            <a:srgbClr val="F2F2F2"/>
          </a:solidFill>
          <a:ln>
            <a:noFill/>
          </a:ln>
        </p:spPr>
      </p:sp>
      <p:sp>
        <p:nvSpPr>
          <p:cNvPr id="90" name="Google Shape;90;p21"/>
          <p:cNvSpPr/>
          <p:nvPr>
            <p:ph idx="3" type="pic"/>
          </p:nvPr>
        </p:nvSpPr>
        <p:spPr>
          <a:xfrm>
            <a:off x="3830920" y="1714499"/>
            <a:ext cx="1482159" cy="1482158"/>
          </a:xfrm>
          <a:prstGeom prst="ellipse">
            <a:avLst/>
          </a:prstGeom>
          <a:solidFill>
            <a:srgbClr val="F2F2F2"/>
          </a:solidFill>
          <a:ln>
            <a:noFill/>
          </a:ln>
        </p:spPr>
      </p:sp>
      <p:sp>
        <p:nvSpPr>
          <p:cNvPr id="91" name="Google Shape;91;p21"/>
          <p:cNvSpPr/>
          <p:nvPr>
            <p:ph idx="4" type="pic"/>
          </p:nvPr>
        </p:nvSpPr>
        <p:spPr>
          <a:xfrm>
            <a:off x="6551346" y="1714499"/>
            <a:ext cx="1482159" cy="1482158"/>
          </a:xfrm>
          <a:prstGeom prst="ellipse">
            <a:avLst/>
          </a:prstGeom>
          <a:solidFill>
            <a:srgbClr val="F2F2F2"/>
          </a:solidFill>
          <a:ln>
            <a:noFill/>
          </a:ln>
        </p:spPr>
      </p:sp>
      <p:pic>
        <p:nvPicPr>
          <p:cNvPr id="92" name="Google Shape;92;p21">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93" name="Google Shape;93;p21">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94" name="Google Shape;94;p21"/>
          <p:cNvPicPr preferRelativeResize="0"/>
          <p:nvPr/>
        </p:nvPicPr>
        <p:blipFill rotWithShape="1">
          <a:blip r:embed="rId6">
            <a:alphaModFix/>
          </a:blip>
          <a:srcRect b="28653" l="0" r="64257" t="0"/>
          <a:stretch/>
        </p:blipFill>
        <p:spPr>
          <a:xfrm rot="10800000">
            <a:off x="0" y="0"/>
            <a:ext cx="2328608" cy="1972578"/>
          </a:xfrm>
          <a:prstGeom prst="rect">
            <a:avLst/>
          </a:prstGeom>
          <a:noFill/>
          <a:ln>
            <a:noFill/>
          </a:ln>
        </p:spPr>
      </p:pic>
      <p:pic>
        <p:nvPicPr>
          <p:cNvPr id="95" name="Google Shape;95;p21"/>
          <p:cNvPicPr preferRelativeResize="0"/>
          <p:nvPr/>
        </p:nvPicPr>
        <p:blipFill rotWithShape="1">
          <a:blip r:embed="rId7">
            <a:alphaModFix/>
          </a:blip>
          <a:srcRect b="0" l="0" r="27561" t="30304"/>
          <a:stretch/>
        </p:blipFill>
        <p:spPr>
          <a:xfrm flipH="1" rot="10800000">
            <a:off x="6993622" y="4225030"/>
            <a:ext cx="2150378" cy="918470"/>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PPTMON slide">
  <p:cSld name="4_PPTMON slide">
    <p:spTree>
      <p:nvGrpSpPr>
        <p:cNvPr id="96" name="Shape 96"/>
        <p:cNvGrpSpPr/>
        <p:nvPr/>
      </p:nvGrpSpPr>
      <p:grpSpPr>
        <a:xfrm>
          <a:off x="0" y="0"/>
          <a:ext cx="0" cy="0"/>
          <a:chOff x="0" y="0"/>
          <a:chExt cx="0" cy="0"/>
        </a:xfrm>
      </p:grpSpPr>
      <p:pic>
        <p:nvPicPr>
          <p:cNvPr id="97" name="Google Shape;97;p22">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98" name="Google Shape;98;p22">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99" name="Google Shape;99;p22"/>
          <p:cNvPicPr preferRelativeResize="0"/>
          <p:nvPr/>
        </p:nvPicPr>
        <p:blipFill rotWithShape="1">
          <a:blip r:embed="rId6">
            <a:alphaModFix/>
          </a:blip>
          <a:srcRect b="28513" l="58772" r="0" t="0"/>
          <a:stretch/>
        </p:blipFill>
        <p:spPr>
          <a:xfrm rot="10800000">
            <a:off x="6458054" y="0"/>
            <a:ext cx="2685946" cy="1976447"/>
          </a:xfrm>
          <a:prstGeom prst="rect">
            <a:avLst/>
          </a:prstGeom>
          <a:noFill/>
          <a:ln>
            <a:noFill/>
          </a:ln>
        </p:spPr>
      </p:pic>
      <p:pic>
        <p:nvPicPr>
          <p:cNvPr id="100" name="Google Shape;100;p22"/>
          <p:cNvPicPr preferRelativeResize="0"/>
          <p:nvPr/>
        </p:nvPicPr>
        <p:blipFill rotWithShape="1">
          <a:blip r:embed="rId7">
            <a:alphaModFix/>
          </a:blip>
          <a:srcRect b="0" l="28359" r="0" t="0"/>
          <a:stretch/>
        </p:blipFill>
        <p:spPr>
          <a:xfrm>
            <a:off x="0" y="3825654"/>
            <a:ext cx="2126681" cy="131784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PPTMON slide">
  <p:cSld name="5_PPTMON slide">
    <p:spTree>
      <p:nvGrpSpPr>
        <p:cNvPr id="101" name="Shape 101"/>
        <p:cNvGrpSpPr/>
        <p:nvPr/>
      </p:nvGrpSpPr>
      <p:grpSpPr>
        <a:xfrm>
          <a:off x="0" y="0"/>
          <a:ext cx="0" cy="0"/>
          <a:chOff x="0" y="0"/>
          <a:chExt cx="0" cy="0"/>
        </a:xfrm>
      </p:grpSpPr>
      <p:pic>
        <p:nvPicPr>
          <p:cNvPr id="102" name="Google Shape;102;p23">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103" name="Google Shape;103;p23">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104" name="Google Shape;104;p23"/>
          <p:cNvPicPr preferRelativeResize="0"/>
          <p:nvPr/>
        </p:nvPicPr>
        <p:blipFill rotWithShape="1">
          <a:blip r:embed="rId6">
            <a:alphaModFix/>
          </a:blip>
          <a:srcRect b="0" l="0" r="54971" t="28512"/>
          <a:stretch/>
        </p:blipFill>
        <p:spPr>
          <a:xfrm>
            <a:off x="6797134" y="0"/>
            <a:ext cx="2346866" cy="1581150"/>
          </a:xfrm>
          <a:prstGeom prst="rect">
            <a:avLst/>
          </a:prstGeom>
          <a:noFill/>
          <a:ln>
            <a:noFill/>
          </a:ln>
        </p:spPr>
      </p:pic>
      <p:pic>
        <p:nvPicPr>
          <p:cNvPr id="105" name="Google Shape;105;p23"/>
          <p:cNvPicPr preferRelativeResize="0"/>
          <p:nvPr/>
        </p:nvPicPr>
        <p:blipFill rotWithShape="1">
          <a:blip r:embed="rId7">
            <a:alphaModFix/>
          </a:blip>
          <a:srcRect b="0" l="30284" r="0" t="0"/>
          <a:stretch/>
        </p:blipFill>
        <p:spPr>
          <a:xfrm flipH="1" rot="10800000">
            <a:off x="-1" y="3825654"/>
            <a:ext cx="2069531" cy="131784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PPTMON slide">
  <p:cSld name="6_PPTMON slide">
    <p:spTree>
      <p:nvGrpSpPr>
        <p:cNvPr id="106" name="Shape 106"/>
        <p:cNvGrpSpPr/>
        <p:nvPr/>
      </p:nvGrpSpPr>
      <p:grpSpPr>
        <a:xfrm>
          <a:off x="0" y="0"/>
          <a:ext cx="0" cy="0"/>
          <a:chOff x="0" y="0"/>
          <a:chExt cx="0" cy="0"/>
        </a:xfrm>
      </p:grpSpPr>
      <p:pic>
        <p:nvPicPr>
          <p:cNvPr id="107" name="Google Shape;107;p24">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108" name="Google Shape;108;p24">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109" name="Google Shape;109;p24"/>
          <p:cNvPicPr preferRelativeResize="0"/>
          <p:nvPr/>
        </p:nvPicPr>
        <p:blipFill rotWithShape="1">
          <a:blip r:embed="rId6">
            <a:alphaModFix/>
          </a:blip>
          <a:srcRect b="44062" l="36224" r="0" t="0"/>
          <a:stretch/>
        </p:blipFill>
        <p:spPr>
          <a:xfrm>
            <a:off x="-1" y="3596968"/>
            <a:ext cx="4155002" cy="1546532"/>
          </a:xfrm>
          <a:prstGeom prst="rect">
            <a:avLst/>
          </a:prstGeom>
          <a:noFill/>
          <a:ln>
            <a:noFill/>
          </a:ln>
        </p:spPr>
      </p:pic>
      <p:pic>
        <p:nvPicPr>
          <p:cNvPr id="110" name="Google Shape;110;p24"/>
          <p:cNvPicPr preferRelativeResize="0"/>
          <p:nvPr/>
        </p:nvPicPr>
        <p:blipFill rotWithShape="1">
          <a:blip r:embed="rId7">
            <a:alphaModFix/>
          </a:blip>
          <a:srcRect b="0" l="26559" r="0" t="27631"/>
          <a:stretch/>
        </p:blipFill>
        <p:spPr>
          <a:xfrm flipH="1">
            <a:off x="6963878" y="-1"/>
            <a:ext cx="2180122" cy="953711"/>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PPTMON slide">
  <p:cSld name="8_PPTMON slide">
    <p:spTree>
      <p:nvGrpSpPr>
        <p:cNvPr id="111" name="Shape 111"/>
        <p:cNvGrpSpPr/>
        <p:nvPr/>
      </p:nvGrpSpPr>
      <p:grpSpPr>
        <a:xfrm>
          <a:off x="0" y="0"/>
          <a:ext cx="0" cy="0"/>
          <a:chOff x="0" y="0"/>
          <a:chExt cx="0" cy="0"/>
        </a:xfrm>
      </p:grpSpPr>
      <p:pic>
        <p:nvPicPr>
          <p:cNvPr id="112" name="Google Shape;112;p25">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113" name="Google Shape;113;p25">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114" name="Google Shape;114;p25"/>
          <p:cNvPicPr preferRelativeResize="0"/>
          <p:nvPr/>
        </p:nvPicPr>
        <p:blipFill rotWithShape="1">
          <a:blip r:embed="rId6">
            <a:alphaModFix/>
          </a:blip>
          <a:srcRect b="0" l="61497" r="0" t="32931"/>
          <a:stretch/>
        </p:blipFill>
        <p:spPr>
          <a:xfrm flipH="1">
            <a:off x="6635642" y="0"/>
            <a:ext cx="2508358" cy="1854287"/>
          </a:xfrm>
          <a:prstGeom prst="rect">
            <a:avLst/>
          </a:prstGeom>
          <a:noFill/>
          <a:ln>
            <a:noFill/>
          </a:ln>
        </p:spPr>
      </p:pic>
      <p:pic>
        <p:nvPicPr>
          <p:cNvPr id="115" name="Google Shape;115;p25"/>
          <p:cNvPicPr preferRelativeResize="0"/>
          <p:nvPr/>
        </p:nvPicPr>
        <p:blipFill rotWithShape="1">
          <a:blip r:embed="rId7">
            <a:alphaModFix/>
          </a:blip>
          <a:srcRect b="0" l="0" r="18697" t="0"/>
          <a:stretch/>
        </p:blipFill>
        <p:spPr>
          <a:xfrm rot="10800000">
            <a:off x="0" y="3825654"/>
            <a:ext cx="2413469" cy="131784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PPTMON slide">
  <p:cSld name="9_PPTMON slide">
    <p:spTree>
      <p:nvGrpSpPr>
        <p:cNvPr id="116" name="Shape 116"/>
        <p:cNvGrpSpPr/>
        <p:nvPr/>
      </p:nvGrpSpPr>
      <p:grpSpPr>
        <a:xfrm>
          <a:off x="0" y="0"/>
          <a:ext cx="0" cy="0"/>
          <a:chOff x="0" y="0"/>
          <a:chExt cx="0" cy="0"/>
        </a:xfrm>
      </p:grpSpPr>
      <p:pic>
        <p:nvPicPr>
          <p:cNvPr id="117" name="Google Shape;117;p26">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118" name="Google Shape;118;p26">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119" name="Google Shape;119;p26"/>
          <p:cNvPicPr preferRelativeResize="0"/>
          <p:nvPr/>
        </p:nvPicPr>
        <p:blipFill rotWithShape="1">
          <a:blip r:embed="rId6">
            <a:alphaModFix/>
          </a:blip>
          <a:srcRect b="28513" l="58772" r="0" t="0"/>
          <a:stretch/>
        </p:blipFill>
        <p:spPr>
          <a:xfrm flipH="1" rot="10800000">
            <a:off x="0" y="0"/>
            <a:ext cx="2685946" cy="1976447"/>
          </a:xfrm>
          <a:prstGeom prst="rect">
            <a:avLst/>
          </a:prstGeom>
          <a:noFill/>
          <a:ln>
            <a:noFill/>
          </a:ln>
        </p:spPr>
      </p:pic>
      <p:pic>
        <p:nvPicPr>
          <p:cNvPr id="120" name="Google Shape;120;p26"/>
          <p:cNvPicPr preferRelativeResize="0"/>
          <p:nvPr/>
        </p:nvPicPr>
        <p:blipFill rotWithShape="1">
          <a:blip r:embed="rId7">
            <a:alphaModFix/>
          </a:blip>
          <a:srcRect b="0" l="28359" r="0" t="0"/>
          <a:stretch/>
        </p:blipFill>
        <p:spPr>
          <a:xfrm flipH="1">
            <a:off x="7017319" y="3825654"/>
            <a:ext cx="2126681" cy="131784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PPTMON slide">
  <p:cSld name="11_PPTMON slide">
    <p:spTree>
      <p:nvGrpSpPr>
        <p:cNvPr id="121" name="Shape 121"/>
        <p:cNvGrpSpPr/>
        <p:nvPr/>
      </p:nvGrpSpPr>
      <p:grpSpPr>
        <a:xfrm>
          <a:off x="0" y="0"/>
          <a:ext cx="0" cy="0"/>
          <a:chOff x="0" y="0"/>
          <a:chExt cx="0" cy="0"/>
        </a:xfrm>
      </p:grpSpPr>
      <p:pic>
        <p:nvPicPr>
          <p:cNvPr id="122" name="Google Shape;122;p27"/>
          <p:cNvPicPr preferRelativeResize="0"/>
          <p:nvPr/>
        </p:nvPicPr>
        <p:blipFill rotWithShape="1">
          <a:blip r:embed="rId2">
            <a:alphaModFix/>
          </a:blip>
          <a:srcRect b="44062" l="36224" r="0" t="0"/>
          <a:stretch/>
        </p:blipFill>
        <p:spPr>
          <a:xfrm rot="10800000">
            <a:off x="4988998" y="-1"/>
            <a:ext cx="4155002" cy="1546531"/>
          </a:xfrm>
          <a:prstGeom prst="rect">
            <a:avLst/>
          </a:prstGeom>
          <a:noFill/>
          <a:ln>
            <a:noFill/>
          </a:ln>
        </p:spPr>
      </p:pic>
      <p:pic>
        <p:nvPicPr>
          <p:cNvPr id="123" name="Google Shape;123;p27"/>
          <p:cNvPicPr preferRelativeResize="0"/>
          <p:nvPr/>
        </p:nvPicPr>
        <p:blipFill rotWithShape="1">
          <a:blip r:embed="rId3">
            <a:alphaModFix/>
          </a:blip>
          <a:srcRect b="0" l="26559" r="0" t="27631"/>
          <a:stretch/>
        </p:blipFill>
        <p:spPr>
          <a:xfrm flipH="1" rot="10800000">
            <a:off x="-1" y="4189789"/>
            <a:ext cx="2180122" cy="953711"/>
          </a:xfrm>
          <a:prstGeom prst="rect">
            <a:avLst/>
          </a:prstGeom>
          <a:noFill/>
          <a:ln>
            <a:noFill/>
          </a:ln>
        </p:spPr>
      </p:pic>
      <p:sp>
        <p:nvSpPr>
          <p:cNvPr id="124" name="Google Shape;124;p27"/>
          <p:cNvSpPr/>
          <p:nvPr>
            <p:ph idx="2" type="pic"/>
          </p:nvPr>
        </p:nvSpPr>
        <p:spPr>
          <a:xfrm>
            <a:off x="3169784" y="1126748"/>
            <a:ext cx="2155371" cy="2890004"/>
          </a:xfrm>
          <a:prstGeom prst="rect">
            <a:avLst/>
          </a:prstGeom>
          <a:solidFill>
            <a:srgbClr val="F2F2F2"/>
          </a:solidFill>
          <a:ln>
            <a:noFill/>
          </a:ln>
        </p:spPr>
      </p:sp>
      <p:sp>
        <p:nvSpPr>
          <p:cNvPr id="125" name="Google Shape;125;p27"/>
          <p:cNvSpPr/>
          <p:nvPr>
            <p:ph idx="3" type="pic"/>
          </p:nvPr>
        </p:nvSpPr>
        <p:spPr>
          <a:xfrm>
            <a:off x="611812" y="1126748"/>
            <a:ext cx="2155371" cy="2890004"/>
          </a:xfrm>
          <a:prstGeom prst="rect">
            <a:avLst/>
          </a:prstGeom>
          <a:solidFill>
            <a:srgbClr val="F2F2F2"/>
          </a:solidFill>
          <a:ln>
            <a:noFill/>
          </a:ln>
        </p:spPr>
      </p:sp>
      <p:pic>
        <p:nvPicPr>
          <p:cNvPr id="126" name="Google Shape;126;p27">
            <a:hlinkClick r:id="rId4"/>
          </p:cNvPr>
          <p:cNvPicPr preferRelativeResize="0"/>
          <p:nvPr/>
        </p:nvPicPr>
        <p:blipFill rotWithShape="1">
          <a:blip r:embed="rId5">
            <a:alphaModFix/>
          </a:blip>
          <a:srcRect b="0" l="29909" r="0" t="0"/>
          <a:stretch/>
        </p:blipFill>
        <p:spPr>
          <a:xfrm>
            <a:off x="4344269" y="5160902"/>
            <a:ext cx="1679403" cy="184666"/>
          </a:xfrm>
          <a:prstGeom prst="rect">
            <a:avLst/>
          </a:prstGeom>
          <a:noFill/>
          <a:ln>
            <a:noFill/>
          </a:ln>
        </p:spPr>
      </p:pic>
      <p:sp>
        <p:nvSpPr>
          <p:cNvPr id="127" name="Google Shape;127;p27">
            <a:hlinkClick r:id="rId6"/>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7">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PPTMON slide">
  <p:cSld name="7_PPTMON slide">
    <p:spTree>
      <p:nvGrpSpPr>
        <p:cNvPr id="128" name="Shape 128"/>
        <p:cNvGrpSpPr/>
        <p:nvPr/>
      </p:nvGrpSpPr>
      <p:grpSpPr>
        <a:xfrm>
          <a:off x="0" y="0"/>
          <a:ext cx="0" cy="0"/>
          <a:chOff x="0" y="0"/>
          <a:chExt cx="0" cy="0"/>
        </a:xfrm>
      </p:grpSpPr>
      <p:pic>
        <p:nvPicPr>
          <p:cNvPr id="129" name="Google Shape;129;p28">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130" name="Google Shape;130;p28">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131" name="Google Shape;131;p28"/>
          <p:cNvPicPr preferRelativeResize="0"/>
          <p:nvPr/>
        </p:nvPicPr>
        <p:blipFill rotWithShape="1">
          <a:blip r:embed="rId6">
            <a:alphaModFix/>
          </a:blip>
          <a:srcRect b="28653" l="0" r="64257" t="0"/>
          <a:stretch/>
        </p:blipFill>
        <p:spPr>
          <a:xfrm>
            <a:off x="6815392" y="3170922"/>
            <a:ext cx="2328607" cy="1972578"/>
          </a:xfrm>
          <a:prstGeom prst="rect">
            <a:avLst/>
          </a:prstGeom>
          <a:noFill/>
          <a:ln>
            <a:noFill/>
          </a:ln>
        </p:spPr>
      </p:pic>
      <p:pic>
        <p:nvPicPr>
          <p:cNvPr id="132" name="Google Shape;132;p28"/>
          <p:cNvPicPr preferRelativeResize="0"/>
          <p:nvPr/>
        </p:nvPicPr>
        <p:blipFill rotWithShape="1">
          <a:blip r:embed="rId7">
            <a:alphaModFix/>
          </a:blip>
          <a:srcRect b="0" l="0" r="27561" t="30304"/>
          <a:stretch/>
        </p:blipFill>
        <p:spPr>
          <a:xfrm flipH="1">
            <a:off x="0" y="0"/>
            <a:ext cx="2150378" cy="918470"/>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PTMON title">
  <p:cSld name="2_PPTMON title">
    <p:spTree>
      <p:nvGrpSpPr>
        <p:cNvPr id="133" name="Shape 133"/>
        <p:cNvGrpSpPr/>
        <p:nvPr/>
      </p:nvGrpSpPr>
      <p:grpSpPr>
        <a:xfrm>
          <a:off x="0" y="0"/>
          <a:ext cx="0" cy="0"/>
          <a:chOff x="0" y="0"/>
          <a:chExt cx="0" cy="0"/>
        </a:xfrm>
      </p:grpSpPr>
      <p:pic>
        <p:nvPicPr>
          <p:cNvPr id="134" name="Google Shape;134;p29">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135" name="Google Shape;135;p29">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136" name="Google Shape;136;p29"/>
          <p:cNvPicPr preferRelativeResize="0"/>
          <p:nvPr/>
        </p:nvPicPr>
        <p:blipFill rotWithShape="1">
          <a:blip r:embed="rId6">
            <a:alphaModFix/>
          </a:blip>
          <a:srcRect b="13661" l="0" r="0" t="0"/>
          <a:stretch/>
        </p:blipFill>
        <p:spPr>
          <a:xfrm flipH="1" rot="10800000">
            <a:off x="672068" y="0"/>
            <a:ext cx="6514891" cy="2387038"/>
          </a:xfrm>
          <a:prstGeom prst="rect">
            <a:avLst/>
          </a:prstGeom>
          <a:noFill/>
          <a:ln>
            <a:noFill/>
          </a:ln>
        </p:spPr>
      </p:pic>
      <p:pic>
        <p:nvPicPr>
          <p:cNvPr id="137" name="Google Shape;137;p29"/>
          <p:cNvPicPr preferRelativeResize="0"/>
          <p:nvPr/>
        </p:nvPicPr>
        <p:blipFill rotWithShape="1">
          <a:blip r:embed="rId7">
            <a:alphaModFix/>
          </a:blip>
          <a:srcRect b="0" l="0" r="0" t="0"/>
          <a:stretch/>
        </p:blipFill>
        <p:spPr>
          <a:xfrm flipH="1" rot="10800000">
            <a:off x="5914724" y="3802297"/>
            <a:ext cx="2968525" cy="131784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PPTMON slide">
  <p:cSld name="14_PPTMON slide">
    <p:spTree>
      <p:nvGrpSpPr>
        <p:cNvPr id="138" name="Shape 138"/>
        <p:cNvGrpSpPr/>
        <p:nvPr/>
      </p:nvGrpSpPr>
      <p:grpSpPr>
        <a:xfrm>
          <a:off x="0" y="0"/>
          <a:ext cx="0" cy="0"/>
          <a:chOff x="0" y="0"/>
          <a:chExt cx="0" cy="0"/>
        </a:xfrm>
      </p:grpSpPr>
      <p:pic>
        <p:nvPicPr>
          <p:cNvPr id="139" name="Google Shape;139;p30"/>
          <p:cNvPicPr preferRelativeResize="0"/>
          <p:nvPr/>
        </p:nvPicPr>
        <p:blipFill rotWithShape="1">
          <a:blip r:embed="rId2">
            <a:alphaModFix/>
          </a:blip>
          <a:srcRect b="28513" l="58772" r="0" t="0"/>
          <a:stretch/>
        </p:blipFill>
        <p:spPr>
          <a:xfrm flipH="1">
            <a:off x="6458054" y="3167053"/>
            <a:ext cx="2685946" cy="1976447"/>
          </a:xfrm>
          <a:prstGeom prst="rect">
            <a:avLst/>
          </a:prstGeom>
          <a:noFill/>
          <a:ln>
            <a:noFill/>
          </a:ln>
        </p:spPr>
      </p:pic>
      <p:pic>
        <p:nvPicPr>
          <p:cNvPr id="140" name="Google Shape;140;p30"/>
          <p:cNvPicPr preferRelativeResize="0"/>
          <p:nvPr/>
        </p:nvPicPr>
        <p:blipFill rotWithShape="1">
          <a:blip r:embed="rId3">
            <a:alphaModFix/>
          </a:blip>
          <a:srcRect b="0" l="28359" r="0" t="0"/>
          <a:stretch/>
        </p:blipFill>
        <p:spPr>
          <a:xfrm flipH="1" rot="10800000">
            <a:off x="0" y="0"/>
            <a:ext cx="2126681" cy="1317846"/>
          </a:xfrm>
          <a:prstGeom prst="rect">
            <a:avLst/>
          </a:prstGeom>
          <a:noFill/>
          <a:ln>
            <a:noFill/>
          </a:ln>
        </p:spPr>
      </p:pic>
      <p:pic>
        <p:nvPicPr>
          <p:cNvPr id="141" name="Google Shape;141;p30">
            <a:hlinkClick r:id="rId4"/>
          </p:cNvPr>
          <p:cNvPicPr preferRelativeResize="0"/>
          <p:nvPr/>
        </p:nvPicPr>
        <p:blipFill rotWithShape="1">
          <a:blip r:embed="rId5">
            <a:alphaModFix/>
          </a:blip>
          <a:srcRect b="0" l="29909" r="0" t="0"/>
          <a:stretch/>
        </p:blipFill>
        <p:spPr>
          <a:xfrm>
            <a:off x="4344269" y="5160902"/>
            <a:ext cx="1679403" cy="184666"/>
          </a:xfrm>
          <a:prstGeom prst="rect">
            <a:avLst/>
          </a:prstGeom>
          <a:noFill/>
          <a:ln>
            <a:noFill/>
          </a:ln>
        </p:spPr>
      </p:pic>
      <p:sp>
        <p:nvSpPr>
          <p:cNvPr id="142" name="Google Shape;142;p30">
            <a:hlinkClick r:id="rId6"/>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7">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sp>
        <p:nvSpPr>
          <p:cNvPr id="143" name="Google Shape;143;p30"/>
          <p:cNvSpPr/>
          <p:nvPr>
            <p:ph idx="2" type="pic"/>
          </p:nvPr>
        </p:nvSpPr>
        <p:spPr>
          <a:xfrm>
            <a:off x="5756274" y="914400"/>
            <a:ext cx="1606550" cy="3317660"/>
          </a:xfrm>
          <a:prstGeom prst="roundRect">
            <a:avLst>
              <a:gd fmla="val 13697" name="adj"/>
            </a:avLst>
          </a:prstGeom>
          <a:solidFill>
            <a:srgbClr val="F2F2F2"/>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PPTMON slide">
  <p:cSld name="15_PPTMON slide">
    <p:spTree>
      <p:nvGrpSpPr>
        <p:cNvPr id="144" name="Shape 144"/>
        <p:cNvGrpSpPr/>
        <p:nvPr/>
      </p:nvGrpSpPr>
      <p:grpSpPr>
        <a:xfrm>
          <a:off x="0" y="0"/>
          <a:ext cx="0" cy="0"/>
          <a:chOff x="0" y="0"/>
          <a:chExt cx="0" cy="0"/>
        </a:xfrm>
      </p:grpSpPr>
      <p:pic>
        <p:nvPicPr>
          <p:cNvPr id="145" name="Google Shape;145;p31"/>
          <p:cNvPicPr preferRelativeResize="0"/>
          <p:nvPr/>
        </p:nvPicPr>
        <p:blipFill rotWithShape="1">
          <a:blip r:embed="rId2">
            <a:alphaModFix/>
          </a:blip>
          <a:srcRect b="0" l="0" r="54971" t="28512"/>
          <a:stretch/>
        </p:blipFill>
        <p:spPr>
          <a:xfrm flipH="1" rot="10800000">
            <a:off x="6797134" y="3562350"/>
            <a:ext cx="2346866" cy="1581150"/>
          </a:xfrm>
          <a:prstGeom prst="rect">
            <a:avLst/>
          </a:prstGeom>
          <a:noFill/>
          <a:ln>
            <a:noFill/>
          </a:ln>
        </p:spPr>
      </p:pic>
      <p:pic>
        <p:nvPicPr>
          <p:cNvPr id="146" name="Google Shape;146;p31"/>
          <p:cNvPicPr preferRelativeResize="0"/>
          <p:nvPr/>
        </p:nvPicPr>
        <p:blipFill rotWithShape="1">
          <a:blip r:embed="rId3">
            <a:alphaModFix/>
          </a:blip>
          <a:srcRect b="0" l="30284" r="0" t="0"/>
          <a:stretch/>
        </p:blipFill>
        <p:spPr>
          <a:xfrm>
            <a:off x="-1" y="0"/>
            <a:ext cx="2069531" cy="1317846"/>
          </a:xfrm>
          <a:prstGeom prst="rect">
            <a:avLst/>
          </a:prstGeom>
          <a:noFill/>
          <a:ln>
            <a:noFill/>
          </a:ln>
        </p:spPr>
      </p:pic>
      <p:pic>
        <p:nvPicPr>
          <p:cNvPr id="147" name="Google Shape;147;p31">
            <a:hlinkClick r:id="rId4"/>
          </p:cNvPr>
          <p:cNvPicPr preferRelativeResize="0"/>
          <p:nvPr/>
        </p:nvPicPr>
        <p:blipFill rotWithShape="1">
          <a:blip r:embed="rId5">
            <a:alphaModFix/>
          </a:blip>
          <a:srcRect b="0" l="29909" r="0" t="0"/>
          <a:stretch/>
        </p:blipFill>
        <p:spPr>
          <a:xfrm>
            <a:off x="4344269" y="5160902"/>
            <a:ext cx="1679403" cy="184666"/>
          </a:xfrm>
          <a:prstGeom prst="rect">
            <a:avLst/>
          </a:prstGeom>
          <a:noFill/>
          <a:ln>
            <a:noFill/>
          </a:ln>
        </p:spPr>
      </p:pic>
      <p:sp>
        <p:nvSpPr>
          <p:cNvPr id="148" name="Google Shape;148;p31">
            <a:hlinkClick r:id="rId6"/>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7">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sp>
        <p:nvSpPr>
          <p:cNvPr id="149" name="Google Shape;149;p31"/>
          <p:cNvSpPr/>
          <p:nvPr>
            <p:ph idx="2" type="pic"/>
          </p:nvPr>
        </p:nvSpPr>
        <p:spPr>
          <a:xfrm>
            <a:off x="1005607" y="902970"/>
            <a:ext cx="4381733" cy="3337560"/>
          </a:xfrm>
          <a:prstGeom prst="roundRect">
            <a:avLst>
              <a:gd fmla="val 4942" name="adj"/>
            </a:avLst>
          </a:prstGeom>
          <a:solidFill>
            <a:srgbClr val="F2F2F2"/>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PPTMON slide">
  <p:cSld name="16_PPTMON slide">
    <p:spTree>
      <p:nvGrpSpPr>
        <p:cNvPr id="150" name="Shape 150"/>
        <p:cNvGrpSpPr/>
        <p:nvPr/>
      </p:nvGrpSpPr>
      <p:grpSpPr>
        <a:xfrm>
          <a:off x="0" y="0"/>
          <a:ext cx="0" cy="0"/>
          <a:chOff x="0" y="0"/>
          <a:chExt cx="0" cy="0"/>
        </a:xfrm>
      </p:grpSpPr>
      <p:pic>
        <p:nvPicPr>
          <p:cNvPr id="151" name="Google Shape;151;p32"/>
          <p:cNvPicPr preferRelativeResize="0"/>
          <p:nvPr/>
        </p:nvPicPr>
        <p:blipFill rotWithShape="1">
          <a:blip r:embed="rId2">
            <a:alphaModFix/>
          </a:blip>
          <a:srcRect b="44062" l="36224" r="0" t="0"/>
          <a:stretch/>
        </p:blipFill>
        <p:spPr>
          <a:xfrm flipH="1" rot="10800000">
            <a:off x="-1" y="-1"/>
            <a:ext cx="4155002" cy="1546531"/>
          </a:xfrm>
          <a:prstGeom prst="rect">
            <a:avLst/>
          </a:prstGeom>
          <a:noFill/>
          <a:ln>
            <a:noFill/>
          </a:ln>
        </p:spPr>
      </p:pic>
      <p:pic>
        <p:nvPicPr>
          <p:cNvPr id="152" name="Google Shape;152;p32"/>
          <p:cNvPicPr preferRelativeResize="0"/>
          <p:nvPr/>
        </p:nvPicPr>
        <p:blipFill rotWithShape="1">
          <a:blip r:embed="rId3">
            <a:alphaModFix/>
          </a:blip>
          <a:srcRect b="0" l="26559" r="0" t="27631"/>
          <a:stretch/>
        </p:blipFill>
        <p:spPr>
          <a:xfrm rot="10800000">
            <a:off x="6963878" y="4189789"/>
            <a:ext cx="2180122" cy="953711"/>
          </a:xfrm>
          <a:prstGeom prst="rect">
            <a:avLst/>
          </a:prstGeom>
          <a:noFill/>
          <a:ln>
            <a:noFill/>
          </a:ln>
        </p:spPr>
      </p:pic>
      <p:pic>
        <p:nvPicPr>
          <p:cNvPr id="153" name="Google Shape;153;p32">
            <a:hlinkClick r:id="rId4"/>
          </p:cNvPr>
          <p:cNvPicPr preferRelativeResize="0"/>
          <p:nvPr/>
        </p:nvPicPr>
        <p:blipFill rotWithShape="1">
          <a:blip r:embed="rId5">
            <a:alphaModFix/>
          </a:blip>
          <a:srcRect b="0" l="29909" r="0" t="0"/>
          <a:stretch/>
        </p:blipFill>
        <p:spPr>
          <a:xfrm>
            <a:off x="4344269" y="5160902"/>
            <a:ext cx="1679403" cy="184666"/>
          </a:xfrm>
          <a:prstGeom prst="rect">
            <a:avLst/>
          </a:prstGeom>
          <a:noFill/>
          <a:ln>
            <a:noFill/>
          </a:ln>
        </p:spPr>
      </p:pic>
      <p:sp>
        <p:nvSpPr>
          <p:cNvPr id="154" name="Google Shape;154;p32">
            <a:hlinkClick r:id="rId6"/>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7">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sp>
        <p:nvSpPr>
          <p:cNvPr id="155" name="Google Shape;155;p32"/>
          <p:cNvSpPr/>
          <p:nvPr>
            <p:ph idx="2" type="pic"/>
          </p:nvPr>
        </p:nvSpPr>
        <p:spPr>
          <a:xfrm>
            <a:off x="3263251" y="819150"/>
            <a:ext cx="4839350" cy="3200400"/>
          </a:xfrm>
          <a:prstGeom prst="roundRect">
            <a:avLst>
              <a:gd fmla="val 2113" name="adj"/>
            </a:avLst>
          </a:prstGeom>
          <a:solidFill>
            <a:srgbClr val="F2F2F2"/>
          </a:solid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MON custom">
  <p:cSld name="PPTMON custom">
    <p:bg>
      <p:bgPr>
        <a:solidFill>
          <a:schemeClr val="lt1"/>
        </a:solidFill>
      </p:bgPr>
    </p:bg>
    <p:spTree>
      <p:nvGrpSpPr>
        <p:cNvPr id="156" name="Shape 156"/>
        <p:cNvGrpSpPr/>
        <p:nvPr/>
      </p:nvGrpSpPr>
      <p:grpSpPr>
        <a:xfrm>
          <a:off x="0" y="0"/>
          <a:ext cx="0" cy="0"/>
          <a:chOff x="0" y="0"/>
          <a:chExt cx="0" cy="0"/>
        </a:xfrm>
      </p:grpSpPr>
      <p:pic>
        <p:nvPicPr>
          <p:cNvPr id="157" name="Google Shape;157;p33">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158" name="Google Shape;158;p33">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PTMON title">
  <p:cSld name="3_PPTMON title">
    <p:spTree>
      <p:nvGrpSpPr>
        <p:cNvPr id="159" name="Shape 159"/>
        <p:cNvGrpSpPr/>
        <p:nvPr/>
      </p:nvGrpSpPr>
      <p:grpSpPr>
        <a:xfrm>
          <a:off x="0" y="0"/>
          <a:ext cx="0" cy="0"/>
          <a:chOff x="0" y="0"/>
          <a:chExt cx="0" cy="0"/>
        </a:xfrm>
      </p:grpSpPr>
      <p:pic>
        <p:nvPicPr>
          <p:cNvPr id="160" name="Google Shape;160;p34">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161" name="Google Shape;161;p34">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pic>
        <p:nvPicPr>
          <p:cNvPr id="162" name="Google Shape;162;p34"/>
          <p:cNvPicPr preferRelativeResize="0"/>
          <p:nvPr/>
        </p:nvPicPr>
        <p:blipFill rotWithShape="1">
          <a:blip r:embed="rId6">
            <a:alphaModFix/>
          </a:blip>
          <a:srcRect b="0" l="0" r="0" t="0"/>
          <a:stretch/>
        </p:blipFill>
        <p:spPr>
          <a:xfrm rot="10800000">
            <a:off x="2629108" y="149264"/>
            <a:ext cx="6514892" cy="2764758"/>
          </a:xfrm>
          <a:prstGeom prst="rect">
            <a:avLst/>
          </a:prstGeom>
          <a:noFill/>
          <a:ln>
            <a:noFill/>
          </a:ln>
        </p:spPr>
      </p:pic>
      <p:pic>
        <p:nvPicPr>
          <p:cNvPr id="163" name="Google Shape;163;p34"/>
          <p:cNvPicPr preferRelativeResize="0"/>
          <p:nvPr/>
        </p:nvPicPr>
        <p:blipFill rotWithShape="1">
          <a:blip r:embed="rId7">
            <a:alphaModFix/>
          </a:blip>
          <a:srcRect b="0" l="0" r="2188" t="10098"/>
          <a:stretch/>
        </p:blipFill>
        <p:spPr>
          <a:xfrm rot="10800000">
            <a:off x="0" y="3958746"/>
            <a:ext cx="2903555" cy="118475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MON slide">
  <p:cSld name="PPTMON slide">
    <p:spTree>
      <p:nvGrpSpPr>
        <p:cNvPr id="164" name="Shape 164"/>
        <p:cNvGrpSpPr/>
        <p:nvPr/>
      </p:nvGrpSpPr>
      <p:grpSpPr>
        <a:xfrm>
          <a:off x="0" y="0"/>
          <a:ext cx="0" cy="0"/>
          <a:chOff x="0" y="0"/>
          <a:chExt cx="0" cy="0"/>
        </a:xfrm>
      </p:grpSpPr>
      <p:pic>
        <p:nvPicPr>
          <p:cNvPr id="165" name="Google Shape;165;p35">
            <a:hlinkClick r:id="rId2"/>
          </p:cNvPr>
          <p:cNvPicPr preferRelativeResize="0"/>
          <p:nvPr/>
        </p:nvPicPr>
        <p:blipFill rotWithShape="1">
          <a:blip r:embed="rId3">
            <a:alphaModFix/>
          </a:blip>
          <a:srcRect b="0" l="29909" r="0" t="0"/>
          <a:stretch/>
        </p:blipFill>
        <p:spPr>
          <a:xfrm>
            <a:off x="4344269" y="5160902"/>
            <a:ext cx="1679403" cy="184666"/>
          </a:xfrm>
          <a:prstGeom prst="rect">
            <a:avLst/>
          </a:prstGeom>
          <a:noFill/>
          <a:ln>
            <a:noFill/>
          </a:ln>
        </p:spPr>
      </p:pic>
      <p:sp>
        <p:nvSpPr>
          <p:cNvPr id="166" name="Google Shape;166;p35">
            <a:hlinkClick r:id="rId4"/>
          </p:cNvPr>
          <p:cNvSpPr txBox="1"/>
          <p:nvPr/>
        </p:nvSpPr>
        <p:spPr>
          <a:xfrm>
            <a:off x="3120328" y="5120143"/>
            <a:ext cx="1362772"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800" u="sng">
                <a:solidFill>
                  <a:schemeClr val="dk1"/>
                </a:solidFill>
                <a:latin typeface="Arial"/>
                <a:ea typeface="Arial"/>
                <a:cs typeface="Arial"/>
                <a:sym typeface="Arial"/>
                <a:hlinkClick r:id="rId5">
                  <a:extLst>
                    <a:ext uri="{A12FA001-AC4F-418D-AE19-62706E023703}">
                      <ahyp:hlinkClr val="tx"/>
                    </a:ext>
                  </a:extLst>
                </a:hlinkClick>
              </a:rPr>
              <a:t>Presentation template by</a:t>
            </a:r>
            <a:endParaRPr sz="800" u="none">
              <a:solidFill>
                <a:schemeClr val="dk1"/>
              </a:solidFill>
              <a:latin typeface="Arial"/>
              <a:ea typeface="Arial"/>
              <a:cs typeface="Arial"/>
              <a:sym typeface="Arial"/>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0.xml"/><Relationship Id="rId11" Type="http://schemas.openxmlformats.org/officeDocument/2006/relationships/slideLayout" Target="../slideLayouts/slideLayout21.xml"/><Relationship Id="rId22" Type="http://schemas.openxmlformats.org/officeDocument/2006/relationships/slideLayout" Target="../slideLayouts/slideLayout32.xml"/><Relationship Id="rId10" Type="http://schemas.openxmlformats.org/officeDocument/2006/relationships/slideLayout" Target="../slideLayouts/slideLayout20.xml"/><Relationship Id="rId21" Type="http://schemas.openxmlformats.org/officeDocument/2006/relationships/slideLayout" Target="../slideLayouts/slideLayout31.xml"/><Relationship Id="rId13" Type="http://schemas.openxmlformats.org/officeDocument/2006/relationships/slideLayout" Target="../slideLayouts/slideLayout23.xml"/><Relationship Id="rId24" Type="http://schemas.openxmlformats.org/officeDocument/2006/relationships/theme" Target="../theme/theme3.xml"/><Relationship Id="rId12" Type="http://schemas.openxmlformats.org/officeDocument/2006/relationships/slideLayout" Target="../slideLayouts/slideLayout22.xml"/><Relationship Id="rId23" Type="http://schemas.openxmlformats.org/officeDocument/2006/relationships/slideLayout" Target="../slideLayouts/slideLayout33.xml"/><Relationship Id="rId1" Type="http://schemas.openxmlformats.org/officeDocument/2006/relationships/image" Target="../media/image6.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5" Type="http://schemas.openxmlformats.org/officeDocument/2006/relationships/slideLayout" Target="../slideLayouts/slideLayout15.xml"/><Relationship Id="rId19" Type="http://schemas.openxmlformats.org/officeDocument/2006/relationships/slideLayout" Target="../slideLayouts/slideLayout29.xml"/><Relationship Id="rId6" Type="http://schemas.openxmlformats.org/officeDocument/2006/relationships/slideLayout" Target="../slideLayouts/slideLayout16.xml"/><Relationship Id="rId18" Type="http://schemas.openxmlformats.org/officeDocument/2006/relationships/slideLayout" Target="../slideLayouts/slideLayout28.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40" Type="http://schemas.openxmlformats.org/officeDocument/2006/relationships/image" Target="../media/image63.png"/><Relationship Id="rId42" Type="http://schemas.openxmlformats.org/officeDocument/2006/relationships/image" Target="../media/image44.png"/><Relationship Id="rId41" Type="http://schemas.openxmlformats.org/officeDocument/2006/relationships/image" Target="../media/image46.png"/><Relationship Id="rId44" Type="http://schemas.openxmlformats.org/officeDocument/2006/relationships/image" Target="../media/image52.png"/><Relationship Id="rId43" Type="http://schemas.openxmlformats.org/officeDocument/2006/relationships/image" Target="../media/image53.png"/><Relationship Id="rId46" Type="http://schemas.openxmlformats.org/officeDocument/2006/relationships/image" Target="../media/image51.png"/><Relationship Id="rId45" Type="http://schemas.openxmlformats.org/officeDocument/2006/relationships/image" Target="../media/image43.png"/><Relationship Id="rId48" Type="http://schemas.openxmlformats.org/officeDocument/2006/relationships/image" Target="../media/image57.png"/><Relationship Id="rId47" Type="http://schemas.openxmlformats.org/officeDocument/2006/relationships/image" Target="../media/image59.png"/><Relationship Id="rId49" Type="http://schemas.openxmlformats.org/officeDocument/2006/relationships/image" Target="../media/image47.png"/><Relationship Id="rId31" Type="http://schemas.openxmlformats.org/officeDocument/2006/relationships/image" Target="../media/image35.png"/><Relationship Id="rId30" Type="http://schemas.openxmlformats.org/officeDocument/2006/relationships/image" Target="../media/image32.png"/><Relationship Id="rId33" Type="http://schemas.openxmlformats.org/officeDocument/2006/relationships/image" Target="../media/image33.png"/><Relationship Id="rId32" Type="http://schemas.openxmlformats.org/officeDocument/2006/relationships/image" Target="../media/image55.png"/><Relationship Id="rId35" Type="http://schemas.openxmlformats.org/officeDocument/2006/relationships/image" Target="../media/image37.png"/><Relationship Id="rId34" Type="http://schemas.openxmlformats.org/officeDocument/2006/relationships/image" Target="../media/image48.png"/><Relationship Id="rId37" Type="http://schemas.openxmlformats.org/officeDocument/2006/relationships/image" Target="../media/image54.png"/><Relationship Id="rId36" Type="http://schemas.openxmlformats.org/officeDocument/2006/relationships/image" Target="../media/image34.png"/><Relationship Id="rId39" Type="http://schemas.openxmlformats.org/officeDocument/2006/relationships/image" Target="../media/image49.png"/><Relationship Id="rId38" Type="http://schemas.openxmlformats.org/officeDocument/2006/relationships/image" Target="../media/image65.png"/><Relationship Id="rId20" Type="http://schemas.openxmlformats.org/officeDocument/2006/relationships/image" Target="../media/image24.png"/><Relationship Id="rId22" Type="http://schemas.openxmlformats.org/officeDocument/2006/relationships/image" Target="../media/image22.png"/><Relationship Id="rId21" Type="http://schemas.openxmlformats.org/officeDocument/2006/relationships/image" Target="../media/image38.png"/><Relationship Id="rId24" Type="http://schemas.openxmlformats.org/officeDocument/2006/relationships/image" Target="../media/image31.png"/><Relationship Id="rId23" Type="http://schemas.openxmlformats.org/officeDocument/2006/relationships/image" Target="../media/image30.png"/><Relationship Id="rId26" Type="http://schemas.openxmlformats.org/officeDocument/2006/relationships/image" Target="../media/image28.png"/><Relationship Id="rId25" Type="http://schemas.openxmlformats.org/officeDocument/2006/relationships/image" Target="../media/image23.png"/><Relationship Id="rId28" Type="http://schemas.openxmlformats.org/officeDocument/2006/relationships/image" Target="../media/image42.png"/><Relationship Id="rId27" Type="http://schemas.openxmlformats.org/officeDocument/2006/relationships/image" Target="../media/image29.png"/><Relationship Id="rId29" Type="http://schemas.openxmlformats.org/officeDocument/2006/relationships/image" Target="../media/image36.png"/><Relationship Id="rId95" Type="http://schemas.openxmlformats.org/officeDocument/2006/relationships/image" Target="../media/image104.png"/><Relationship Id="rId94" Type="http://schemas.openxmlformats.org/officeDocument/2006/relationships/image" Target="../media/image98.png"/><Relationship Id="rId97" Type="http://schemas.openxmlformats.org/officeDocument/2006/relationships/image" Target="../media/image113.png"/><Relationship Id="rId96" Type="http://schemas.openxmlformats.org/officeDocument/2006/relationships/image" Target="../media/image97.png"/><Relationship Id="rId11" Type="http://schemas.openxmlformats.org/officeDocument/2006/relationships/image" Target="../media/image20.png"/><Relationship Id="rId10" Type="http://schemas.openxmlformats.org/officeDocument/2006/relationships/image" Target="../media/image14.png"/><Relationship Id="rId98" Type="http://schemas.openxmlformats.org/officeDocument/2006/relationships/image" Target="../media/image107.png"/><Relationship Id="rId13" Type="http://schemas.openxmlformats.org/officeDocument/2006/relationships/image" Target="../media/image15.png"/><Relationship Id="rId12" Type="http://schemas.openxmlformats.org/officeDocument/2006/relationships/image" Target="../media/image9.png"/><Relationship Id="rId91" Type="http://schemas.openxmlformats.org/officeDocument/2006/relationships/image" Target="../media/image111.png"/><Relationship Id="rId90" Type="http://schemas.openxmlformats.org/officeDocument/2006/relationships/image" Target="../media/image90.png"/><Relationship Id="rId93" Type="http://schemas.openxmlformats.org/officeDocument/2006/relationships/image" Target="../media/image100.png"/><Relationship Id="rId92" Type="http://schemas.openxmlformats.org/officeDocument/2006/relationships/image" Target="../media/image110.png"/><Relationship Id="rId15" Type="http://schemas.openxmlformats.org/officeDocument/2006/relationships/image" Target="../media/image39.png"/><Relationship Id="rId14" Type="http://schemas.openxmlformats.org/officeDocument/2006/relationships/image" Target="../media/image105.png"/><Relationship Id="rId17" Type="http://schemas.openxmlformats.org/officeDocument/2006/relationships/image" Target="../media/image16.png"/><Relationship Id="rId16" Type="http://schemas.openxmlformats.org/officeDocument/2006/relationships/image" Target="../media/image10.png"/><Relationship Id="rId19" Type="http://schemas.openxmlformats.org/officeDocument/2006/relationships/image" Target="../media/image40.png"/><Relationship Id="rId18" Type="http://schemas.openxmlformats.org/officeDocument/2006/relationships/image" Target="../media/image41.png"/><Relationship Id="rId84" Type="http://schemas.openxmlformats.org/officeDocument/2006/relationships/image" Target="../media/image103.png"/><Relationship Id="rId83" Type="http://schemas.openxmlformats.org/officeDocument/2006/relationships/image" Target="../media/image78.png"/><Relationship Id="rId86" Type="http://schemas.openxmlformats.org/officeDocument/2006/relationships/image" Target="../media/image94.png"/><Relationship Id="rId85" Type="http://schemas.openxmlformats.org/officeDocument/2006/relationships/image" Target="../media/image93.png"/><Relationship Id="rId88" Type="http://schemas.openxmlformats.org/officeDocument/2006/relationships/image" Target="../media/image102.png"/><Relationship Id="rId87" Type="http://schemas.openxmlformats.org/officeDocument/2006/relationships/image" Target="../media/image87.png"/><Relationship Id="rId89" Type="http://schemas.openxmlformats.org/officeDocument/2006/relationships/image" Target="../media/image96.png"/><Relationship Id="rId80" Type="http://schemas.openxmlformats.org/officeDocument/2006/relationships/image" Target="../media/image95.png"/><Relationship Id="rId82" Type="http://schemas.openxmlformats.org/officeDocument/2006/relationships/image" Target="../media/image92.png"/><Relationship Id="rId81" Type="http://schemas.openxmlformats.org/officeDocument/2006/relationships/image" Target="../media/image86.png"/><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2.png"/><Relationship Id="rId9" Type="http://schemas.openxmlformats.org/officeDocument/2006/relationships/image" Target="../media/image17.png"/><Relationship Id="rId5" Type="http://schemas.openxmlformats.org/officeDocument/2006/relationships/image" Target="../media/image45.png"/><Relationship Id="rId6" Type="http://schemas.openxmlformats.org/officeDocument/2006/relationships/image" Target="../media/image13.png"/><Relationship Id="rId7" Type="http://schemas.openxmlformats.org/officeDocument/2006/relationships/image" Target="../media/image25.png"/><Relationship Id="rId8" Type="http://schemas.openxmlformats.org/officeDocument/2006/relationships/image" Target="../media/image19.png"/><Relationship Id="rId73" Type="http://schemas.openxmlformats.org/officeDocument/2006/relationships/image" Target="../media/image89.png"/><Relationship Id="rId72" Type="http://schemas.openxmlformats.org/officeDocument/2006/relationships/image" Target="../media/image81.png"/><Relationship Id="rId75" Type="http://schemas.openxmlformats.org/officeDocument/2006/relationships/image" Target="../media/image75.png"/><Relationship Id="rId74" Type="http://schemas.openxmlformats.org/officeDocument/2006/relationships/image" Target="../media/image82.png"/><Relationship Id="rId77" Type="http://schemas.openxmlformats.org/officeDocument/2006/relationships/image" Target="../media/image76.png"/><Relationship Id="rId76" Type="http://schemas.openxmlformats.org/officeDocument/2006/relationships/image" Target="../media/image74.png"/><Relationship Id="rId79" Type="http://schemas.openxmlformats.org/officeDocument/2006/relationships/image" Target="../media/image80.png"/><Relationship Id="rId78" Type="http://schemas.openxmlformats.org/officeDocument/2006/relationships/image" Target="../media/image91.png"/><Relationship Id="rId71" Type="http://schemas.openxmlformats.org/officeDocument/2006/relationships/image" Target="../media/image73.png"/><Relationship Id="rId70" Type="http://schemas.openxmlformats.org/officeDocument/2006/relationships/image" Target="../media/image109.png"/><Relationship Id="rId62" Type="http://schemas.openxmlformats.org/officeDocument/2006/relationships/image" Target="../media/image71.png"/><Relationship Id="rId61" Type="http://schemas.openxmlformats.org/officeDocument/2006/relationships/image" Target="../media/image67.png"/><Relationship Id="rId64" Type="http://schemas.openxmlformats.org/officeDocument/2006/relationships/image" Target="../media/image88.png"/><Relationship Id="rId63" Type="http://schemas.openxmlformats.org/officeDocument/2006/relationships/image" Target="../media/image72.png"/><Relationship Id="rId66" Type="http://schemas.openxmlformats.org/officeDocument/2006/relationships/image" Target="../media/image66.png"/><Relationship Id="rId65" Type="http://schemas.openxmlformats.org/officeDocument/2006/relationships/image" Target="../media/image64.png"/><Relationship Id="rId68" Type="http://schemas.openxmlformats.org/officeDocument/2006/relationships/image" Target="../media/image70.png"/><Relationship Id="rId67" Type="http://schemas.openxmlformats.org/officeDocument/2006/relationships/image" Target="../media/image84.png"/><Relationship Id="rId60" Type="http://schemas.openxmlformats.org/officeDocument/2006/relationships/image" Target="../media/image61.png"/><Relationship Id="rId69" Type="http://schemas.openxmlformats.org/officeDocument/2006/relationships/image" Target="../media/image83.png"/><Relationship Id="rId51" Type="http://schemas.openxmlformats.org/officeDocument/2006/relationships/image" Target="../media/image50.png"/><Relationship Id="rId50" Type="http://schemas.openxmlformats.org/officeDocument/2006/relationships/image" Target="../media/image77.png"/><Relationship Id="rId53" Type="http://schemas.openxmlformats.org/officeDocument/2006/relationships/image" Target="../media/image62.png"/><Relationship Id="rId52" Type="http://schemas.openxmlformats.org/officeDocument/2006/relationships/image" Target="../media/image56.png"/><Relationship Id="rId55" Type="http://schemas.openxmlformats.org/officeDocument/2006/relationships/image" Target="../media/image58.png"/><Relationship Id="rId54" Type="http://schemas.openxmlformats.org/officeDocument/2006/relationships/image" Target="../media/image60.png"/><Relationship Id="rId57" Type="http://schemas.openxmlformats.org/officeDocument/2006/relationships/image" Target="../media/image79.png"/><Relationship Id="rId56" Type="http://schemas.openxmlformats.org/officeDocument/2006/relationships/image" Target="../media/image85.png"/><Relationship Id="rId59" Type="http://schemas.openxmlformats.org/officeDocument/2006/relationships/image" Target="../media/image69.png"/><Relationship Id="rId58" Type="http://schemas.openxmlformats.org/officeDocument/2006/relationships/image" Target="../media/image68.png"/></Relationships>
</file>

<file path=ppt/slides/_rels/slide20.xml.rels><?xml version="1.0" encoding="UTF-8" standalone="yes"?><Relationships xmlns="http://schemas.openxmlformats.org/package/2006/relationships"><Relationship Id="rId40" Type="http://schemas.openxmlformats.org/officeDocument/2006/relationships/image" Target="../media/image138.png"/><Relationship Id="rId42" Type="http://schemas.openxmlformats.org/officeDocument/2006/relationships/image" Target="../media/image141.png"/><Relationship Id="rId41" Type="http://schemas.openxmlformats.org/officeDocument/2006/relationships/image" Target="../media/image132.png"/><Relationship Id="rId44" Type="http://schemas.openxmlformats.org/officeDocument/2006/relationships/image" Target="../media/image159.png"/><Relationship Id="rId43" Type="http://schemas.openxmlformats.org/officeDocument/2006/relationships/image" Target="../media/image152.png"/><Relationship Id="rId46" Type="http://schemas.openxmlformats.org/officeDocument/2006/relationships/image" Target="../media/image174.png"/><Relationship Id="rId45" Type="http://schemas.openxmlformats.org/officeDocument/2006/relationships/image" Target="../media/image153.png"/><Relationship Id="rId48" Type="http://schemas.openxmlformats.org/officeDocument/2006/relationships/image" Target="../media/image194.png"/><Relationship Id="rId47" Type="http://schemas.openxmlformats.org/officeDocument/2006/relationships/image" Target="../media/image146.png"/><Relationship Id="rId49" Type="http://schemas.openxmlformats.org/officeDocument/2006/relationships/image" Target="../media/image148.png"/><Relationship Id="rId31" Type="http://schemas.openxmlformats.org/officeDocument/2006/relationships/image" Target="../media/image121.png"/><Relationship Id="rId30" Type="http://schemas.openxmlformats.org/officeDocument/2006/relationships/image" Target="../media/image140.png"/><Relationship Id="rId33" Type="http://schemas.openxmlformats.org/officeDocument/2006/relationships/image" Target="../media/image134.png"/><Relationship Id="rId32" Type="http://schemas.openxmlformats.org/officeDocument/2006/relationships/image" Target="../media/image136.png"/><Relationship Id="rId35" Type="http://schemas.openxmlformats.org/officeDocument/2006/relationships/image" Target="../media/image139.png"/><Relationship Id="rId34" Type="http://schemas.openxmlformats.org/officeDocument/2006/relationships/image" Target="../media/image135.png"/><Relationship Id="rId37" Type="http://schemas.openxmlformats.org/officeDocument/2006/relationships/image" Target="../media/image155.png"/><Relationship Id="rId36" Type="http://schemas.openxmlformats.org/officeDocument/2006/relationships/image" Target="../media/image151.png"/><Relationship Id="rId39" Type="http://schemas.openxmlformats.org/officeDocument/2006/relationships/image" Target="../media/image145.png"/><Relationship Id="rId38" Type="http://schemas.openxmlformats.org/officeDocument/2006/relationships/image" Target="../media/image137.png"/><Relationship Id="rId20" Type="http://schemas.openxmlformats.org/officeDocument/2006/relationships/image" Target="../media/image120.png"/><Relationship Id="rId22" Type="http://schemas.openxmlformats.org/officeDocument/2006/relationships/image" Target="../media/image130.png"/><Relationship Id="rId21" Type="http://schemas.openxmlformats.org/officeDocument/2006/relationships/image" Target="../media/image131.png"/><Relationship Id="rId24" Type="http://schemas.openxmlformats.org/officeDocument/2006/relationships/image" Target="../media/image129.png"/><Relationship Id="rId23" Type="http://schemas.openxmlformats.org/officeDocument/2006/relationships/image" Target="../media/image124.png"/><Relationship Id="rId26" Type="http://schemas.openxmlformats.org/officeDocument/2006/relationships/image" Target="../media/image119.png"/><Relationship Id="rId25" Type="http://schemas.openxmlformats.org/officeDocument/2006/relationships/image" Target="../media/image128.png"/><Relationship Id="rId28" Type="http://schemas.openxmlformats.org/officeDocument/2006/relationships/image" Target="../media/image160.png"/><Relationship Id="rId27" Type="http://schemas.openxmlformats.org/officeDocument/2006/relationships/image" Target="../media/image144.png"/><Relationship Id="rId29" Type="http://schemas.openxmlformats.org/officeDocument/2006/relationships/image" Target="../media/image150.png"/><Relationship Id="rId95" Type="http://schemas.openxmlformats.org/officeDocument/2006/relationships/image" Target="../media/image197.png"/><Relationship Id="rId94" Type="http://schemas.openxmlformats.org/officeDocument/2006/relationships/image" Target="../media/image204.png"/><Relationship Id="rId97" Type="http://schemas.openxmlformats.org/officeDocument/2006/relationships/image" Target="../media/image202.png"/><Relationship Id="rId96" Type="http://schemas.openxmlformats.org/officeDocument/2006/relationships/image" Target="../media/image198.png"/><Relationship Id="rId11" Type="http://schemas.openxmlformats.org/officeDocument/2006/relationships/image" Target="../media/image115.png"/><Relationship Id="rId10" Type="http://schemas.openxmlformats.org/officeDocument/2006/relationships/image" Target="../media/image127.png"/><Relationship Id="rId98" Type="http://schemas.openxmlformats.org/officeDocument/2006/relationships/image" Target="../media/image200.png"/><Relationship Id="rId13" Type="http://schemas.openxmlformats.org/officeDocument/2006/relationships/image" Target="../media/image122.png"/><Relationship Id="rId12" Type="http://schemas.openxmlformats.org/officeDocument/2006/relationships/image" Target="../media/image142.png"/><Relationship Id="rId91" Type="http://schemas.openxmlformats.org/officeDocument/2006/relationships/image" Target="../media/image196.png"/><Relationship Id="rId90" Type="http://schemas.openxmlformats.org/officeDocument/2006/relationships/image" Target="../media/image193.png"/><Relationship Id="rId93" Type="http://schemas.openxmlformats.org/officeDocument/2006/relationships/image" Target="../media/image185.png"/><Relationship Id="rId92" Type="http://schemas.openxmlformats.org/officeDocument/2006/relationships/image" Target="../media/image189.png"/><Relationship Id="rId15" Type="http://schemas.openxmlformats.org/officeDocument/2006/relationships/image" Target="../media/image133.png"/><Relationship Id="rId14" Type="http://schemas.openxmlformats.org/officeDocument/2006/relationships/image" Target="../media/image126.png"/><Relationship Id="rId17" Type="http://schemas.openxmlformats.org/officeDocument/2006/relationships/image" Target="../media/image114.png"/><Relationship Id="rId16" Type="http://schemas.openxmlformats.org/officeDocument/2006/relationships/image" Target="../media/image125.png"/><Relationship Id="rId19" Type="http://schemas.openxmlformats.org/officeDocument/2006/relationships/image" Target="../media/image118.png"/><Relationship Id="rId18" Type="http://schemas.openxmlformats.org/officeDocument/2006/relationships/image" Target="../media/image117.png"/><Relationship Id="rId84" Type="http://schemas.openxmlformats.org/officeDocument/2006/relationships/image" Target="../media/image199.png"/><Relationship Id="rId83" Type="http://schemas.openxmlformats.org/officeDocument/2006/relationships/image" Target="../media/image188.png"/><Relationship Id="rId86" Type="http://schemas.openxmlformats.org/officeDocument/2006/relationships/image" Target="../media/image192.png"/><Relationship Id="rId85" Type="http://schemas.openxmlformats.org/officeDocument/2006/relationships/image" Target="../media/image186.png"/><Relationship Id="rId88" Type="http://schemas.openxmlformats.org/officeDocument/2006/relationships/image" Target="../media/image203.png"/><Relationship Id="rId87" Type="http://schemas.openxmlformats.org/officeDocument/2006/relationships/image" Target="../media/image184.png"/><Relationship Id="rId89" Type="http://schemas.openxmlformats.org/officeDocument/2006/relationships/image" Target="../media/image190.png"/><Relationship Id="rId80" Type="http://schemas.openxmlformats.org/officeDocument/2006/relationships/image" Target="../media/image180.png"/><Relationship Id="rId82" Type="http://schemas.openxmlformats.org/officeDocument/2006/relationships/image" Target="../media/image191.png"/><Relationship Id="rId81" Type="http://schemas.openxmlformats.org/officeDocument/2006/relationships/image" Target="../media/image181.png"/><Relationship Id="rId1" Type="http://schemas.openxmlformats.org/officeDocument/2006/relationships/slideLayout" Target="../slideLayouts/slideLayout31.xml"/><Relationship Id="rId2" Type="http://schemas.openxmlformats.org/officeDocument/2006/relationships/notesSlide" Target="../notesSlides/notesSlide20.xml"/><Relationship Id="rId3" Type="http://schemas.openxmlformats.org/officeDocument/2006/relationships/image" Target="../media/image101.png"/><Relationship Id="rId4" Type="http://schemas.openxmlformats.org/officeDocument/2006/relationships/image" Target="../media/image99.png"/><Relationship Id="rId9" Type="http://schemas.openxmlformats.org/officeDocument/2006/relationships/image" Target="../media/image116.png"/><Relationship Id="rId5" Type="http://schemas.openxmlformats.org/officeDocument/2006/relationships/image" Target="../media/image112.png"/><Relationship Id="rId6" Type="http://schemas.openxmlformats.org/officeDocument/2006/relationships/image" Target="../media/image106.png"/><Relationship Id="rId7" Type="http://schemas.openxmlformats.org/officeDocument/2006/relationships/image" Target="../media/image108.png"/><Relationship Id="rId8" Type="http://schemas.openxmlformats.org/officeDocument/2006/relationships/image" Target="../media/image123.png"/><Relationship Id="rId73" Type="http://schemas.openxmlformats.org/officeDocument/2006/relationships/image" Target="../media/image195.png"/><Relationship Id="rId72" Type="http://schemas.openxmlformats.org/officeDocument/2006/relationships/image" Target="../media/image183.png"/><Relationship Id="rId75" Type="http://schemas.openxmlformats.org/officeDocument/2006/relationships/image" Target="../media/image175.png"/><Relationship Id="rId74" Type="http://schemas.openxmlformats.org/officeDocument/2006/relationships/image" Target="../media/image187.png"/><Relationship Id="rId77" Type="http://schemas.openxmlformats.org/officeDocument/2006/relationships/image" Target="../media/image172.png"/><Relationship Id="rId76" Type="http://schemas.openxmlformats.org/officeDocument/2006/relationships/image" Target="../media/image178.png"/><Relationship Id="rId79" Type="http://schemas.openxmlformats.org/officeDocument/2006/relationships/image" Target="../media/image201.png"/><Relationship Id="rId78" Type="http://schemas.openxmlformats.org/officeDocument/2006/relationships/image" Target="../media/image182.png"/><Relationship Id="rId71" Type="http://schemas.openxmlformats.org/officeDocument/2006/relationships/image" Target="../media/image161.png"/><Relationship Id="rId70" Type="http://schemas.openxmlformats.org/officeDocument/2006/relationships/image" Target="../media/image166.png"/><Relationship Id="rId62" Type="http://schemas.openxmlformats.org/officeDocument/2006/relationships/image" Target="../media/image177.png"/><Relationship Id="rId61" Type="http://schemas.openxmlformats.org/officeDocument/2006/relationships/image" Target="../media/image163.png"/><Relationship Id="rId64" Type="http://schemas.openxmlformats.org/officeDocument/2006/relationships/image" Target="../media/image170.png"/><Relationship Id="rId63" Type="http://schemas.openxmlformats.org/officeDocument/2006/relationships/image" Target="../media/image158.png"/><Relationship Id="rId66" Type="http://schemas.openxmlformats.org/officeDocument/2006/relationships/image" Target="../media/image165.png"/><Relationship Id="rId65" Type="http://schemas.openxmlformats.org/officeDocument/2006/relationships/image" Target="../media/image164.png"/><Relationship Id="rId68" Type="http://schemas.openxmlformats.org/officeDocument/2006/relationships/image" Target="../media/image176.png"/><Relationship Id="rId67" Type="http://schemas.openxmlformats.org/officeDocument/2006/relationships/image" Target="../media/image162.png"/><Relationship Id="rId60" Type="http://schemas.openxmlformats.org/officeDocument/2006/relationships/image" Target="../media/image81.png"/><Relationship Id="rId69" Type="http://schemas.openxmlformats.org/officeDocument/2006/relationships/image" Target="../media/image171.png"/><Relationship Id="rId51" Type="http://schemas.openxmlformats.org/officeDocument/2006/relationships/image" Target="../media/image149.png"/><Relationship Id="rId50" Type="http://schemas.openxmlformats.org/officeDocument/2006/relationships/image" Target="../media/image147.png"/><Relationship Id="rId53" Type="http://schemas.openxmlformats.org/officeDocument/2006/relationships/image" Target="../media/image173.png"/><Relationship Id="rId52" Type="http://schemas.openxmlformats.org/officeDocument/2006/relationships/image" Target="../media/image143.png"/><Relationship Id="rId55" Type="http://schemas.openxmlformats.org/officeDocument/2006/relationships/image" Target="../media/image179.png"/><Relationship Id="rId54" Type="http://schemas.openxmlformats.org/officeDocument/2006/relationships/image" Target="../media/image167.png"/><Relationship Id="rId57" Type="http://schemas.openxmlformats.org/officeDocument/2006/relationships/image" Target="../media/image168.png"/><Relationship Id="rId56" Type="http://schemas.openxmlformats.org/officeDocument/2006/relationships/image" Target="../media/image156.png"/><Relationship Id="rId59" Type="http://schemas.openxmlformats.org/officeDocument/2006/relationships/image" Target="../media/image169.png"/><Relationship Id="rId58"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6"/>
          <p:cNvSpPr txBox="1"/>
          <p:nvPr/>
        </p:nvSpPr>
        <p:spPr>
          <a:xfrm rot="-5400000">
            <a:off x="-1737523" y="2444786"/>
            <a:ext cx="4605900" cy="2538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ko" sz="1200">
                <a:solidFill>
                  <a:schemeClr val="lt1"/>
                </a:solidFill>
                <a:latin typeface="Poppins Light"/>
                <a:ea typeface="Poppins Light"/>
                <a:cs typeface="Poppins Light"/>
                <a:sym typeface="Poppins Light"/>
              </a:rPr>
              <a:t>Sponsor: Endress+Hauser</a:t>
            </a:r>
            <a:endParaRPr sz="1200">
              <a:solidFill>
                <a:schemeClr val="lt1"/>
              </a:solidFill>
              <a:latin typeface="Poppins Light"/>
              <a:ea typeface="Poppins Light"/>
              <a:cs typeface="Poppins Light"/>
              <a:sym typeface="Poppins Light"/>
            </a:endParaRPr>
          </a:p>
        </p:txBody>
      </p:sp>
      <p:sp>
        <p:nvSpPr>
          <p:cNvPr id="172" name="Google Shape;172;p36"/>
          <p:cNvSpPr txBox="1"/>
          <p:nvPr/>
        </p:nvSpPr>
        <p:spPr>
          <a:xfrm rot="5400000">
            <a:off x="6275630" y="2444792"/>
            <a:ext cx="4605771" cy="253915"/>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ko" sz="1200">
                <a:solidFill>
                  <a:schemeClr val="lt1"/>
                </a:solidFill>
                <a:latin typeface="Poppins Light"/>
                <a:ea typeface="Poppins Light"/>
                <a:cs typeface="Poppins Light"/>
                <a:sym typeface="Poppins Light"/>
              </a:rPr>
              <a:t>BaselHack 2025</a:t>
            </a:r>
            <a:endParaRPr sz="1200">
              <a:solidFill>
                <a:schemeClr val="lt1"/>
              </a:solidFill>
              <a:latin typeface="Poppins Light"/>
              <a:ea typeface="Poppins Light"/>
              <a:cs typeface="Poppins Light"/>
              <a:sym typeface="Poppins Light"/>
            </a:endParaRPr>
          </a:p>
        </p:txBody>
      </p:sp>
      <p:sp>
        <p:nvSpPr>
          <p:cNvPr id="173" name="Google Shape;173;p36"/>
          <p:cNvSpPr txBox="1"/>
          <p:nvPr/>
        </p:nvSpPr>
        <p:spPr>
          <a:xfrm>
            <a:off x="1578544" y="1920626"/>
            <a:ext cx="5986800" cy="7002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ko" sz="4100">
                <a:solidFill>
                  <a:schemeClr val="lt1"/>
                </a:solidFill>
                <a:latin typeface="Poppins SemiBold"/>
                <a:ea typeface="Poppins SemiBold"/>
                <a:cs typeface="Poppins SemiBold"/>
                <a:sym typeface="Poppins SemiBold"/>
              </a:rPr>
              <a:t>inSintesi</a:t>
            </a:r>
            <a:endParaRPr sz="4100">
              <a:solidFill>
                <a:schemeClr val="lt1"/>
              </a:solidFill>
              <a:latin typeface="Poppins SemiBold"/>
              <a:ea typeface="Poppins SemiBold"/>
              <a:cs typeface="Poppins SemiBold"/>
              <a:sym typeface="Poppins SemiBold"/>
            </a:endParaRPr>
          </a:p>
        </p:txBody>
      </p:sp>
      <p:sp>
        <p:nvSpPr>
          <p:cNvPr id="174" name="Google Shape;174;p36"/>
          <p:cNvSpPr/>
          <p:nvPr/>
        </p:nvSpPr>
        <p:spPr>
          <a:xfrm>
            <a:off x="2227268" y="2833361"/>
            <a:ext cx="4689462" cy="389513"/>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ko">
                <a:solidFill>
                  <a:schemeClr val="lt1"/>
                </a:solidFill>
                <a:latin typeface="Poppins Light"/>
                <a:ea typeface="Poppins Light"/>
                <a:cs typeface="Poppins Light"/>
                <a:sym typeface="Poppins Light"/>
              </a:rPr>
              <a:t>AI-driven Consensus</a:t>
            </a:r>
            <a:endParaRPr b="0" sz="1400">
              <a:solidFill>
                <a:schemeClr val="lt1"/>
              </a:solidFill>
              <a:latin typeface="Poppins Light"/>
              <a:ea typeface="Poppins Light"/>
              <a:cs typeface="Poppins Light"/>
              <a:sym typeface="Poppi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7"/>
          <p:cNvSpPr/>
          <p:nvPr/>
        </p:nvSpPr>
        <p:spPr>
          <a:xfrm>
            <a:off x="2594009" y="1044993"/>
            <a:ext cx="3956100" cy="486900"/>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ko" sz="1800">
                <a:solidFill>
                  <a:schemeClr val="lt1"/>
                </a:solidFill>
                <a:latin typeface="Poppins SemiBold"/>
                <a:ea typeface="Poppins SemiBold"/>
                <a:cs typeface="Poppins SemiBold"/>
                <a:sym typeface="Poppins SemiBold"/>
              </a:rPr>
              <a:t>Mission</a:t>
            </a:r>
            <a:endParaRPr sz="1800">
              <a:solidFill>
                <a:schemeClr val="lt1"/>
              </a:solidFill>
              <a:latin typeface="Poppins SemiBold"/>
              <a:ea typeface="Poppins SemiBold"/>
              <a:cs typeface="Poppins SemiBold"/>
              <a:sym typeface="Poppins SemiBold"/>
            </a:endParaRPr>
          </a:p>
        </p:txBody>
      </p:sp>
      <p:sp>
        <p:nvSpPr>
          <p:cNvPr id="180" name="Google Shape;180;p37"/>
          <p:cNvSpPr txBox="1"/>
          <p:nvPr/>
        </p:nvSpPr>
        <p:spPr>
          <a:xfrm>
            <a:off x="2356009" y="2257034"/>
            <a:ext cx="1992600" cy="453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2500">
                <a:solidFill>
                  <a:schemeClr val="lt1"/>
                </a:solidFill>
                <a:latin typeface="Poppins SemiBold"/>
                <a:ea typeface="Poppins SemiBold"/>
                <a:cs typeface="Poppins SemiBold"/>
                <a:sym typeface="Poppins SemiBold"/>
              </a:rPr>
              <a:t>Challenge</a:t>
            </a:r>
            <a:endParaRPr sz="2500">
              <a:solidFill>
                <a:schemeClr val="lt1"/>
              </a:solidFill>
              <a:latin typeface="Poppins SemiBold"/>
              <a:ea typeface="Poppins SemiBold"/>
              <a:cs typeface="Poppins SemiBold"/>
              <a:sym typeface="Poppins SemiBold"/>
            </a:endParaRPr>
          </a:p>
        </p:txBody>
      </p:sp>
      <p:sp>
        <p:nvSpPr>
          <p:cNvPr id="181" name="Google Shape;181;p37"/>
          <p:cNvSpPr txBox="1"/>
          <p:nvPr/>
        </p:nvSpPr>
        <p:spPr>
          <a:xfrm>
            <a:off x="2356009" y="2865348"/>
            <a:ext cx="1992600" cy="1223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500">
                <a:solidFill>
                  <a:schemeClr val="lt1"/>
                </a:solidFill>
                <a:latin typeface="Poppins Light"/>
                <a:ea typeface="Poppins Light"/>
                <a:cs typeface="Poppins Light"/>
                <a:sym typeface="Poppins Light"/>
              </a:rPr>
              <a:t>Align hundreds of expert voices to make smarter, faster and more inclusive decisions</a:t>
            </a:r>
            <a:endParaRPr sz="1500">
              <a:solidFill>
                <a:schemeClr val="lt1"/>
              </a:solidFill>
              <a:latin typeface="Poppins Light"/>
              <a:ea typeface="Poppins Light"/>
              <a:cs typeface="Poppins Light"/>
              <a:sym typeface="Poppins Light"/>
            </a:endParaRPr>
          </a:p>
        </p:txBody>
      </p:sp>
      <p:sp>
        <p:nvSpPr>
          <p:cNvPr id="182" name="Google Shape;182;p37"/>
          <p:cNvSpPr txBox="1"/>
          <p:nvPr/>
        </p:nvSpPr>
        <p:spPr>
          <a:xfrm>
            <a:off x="4795244" y="2257034"/>
            <a:ext cx="1992600" cy="453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2500">
                <a:solidFill>
                  <a:schemeClr val="lt1"/>
                </a:solidFill>
                <a:latin typeface="Poppins SemiBold"/>
                <a:ea typeface="Poppins SemiBold"/>
                <a:cs typeface="Poppins SemiBold"/>
                <a:sym typeface="Poppins SemiBold"/>
              </a:rPr>
              <a:t>Solution</a:t>
            </a:r>
            <a:endParaRPr sz="2500">
              <a:solidFill>
                <a:schemeClr val="lt1"/>
              </a:solidFill>
              <a:latin typeface="Poppins SemiBold"/>
              <a:ea typeface="Poppins SemiBold"/>
              <a:cs typeface="Poppins SemiBold"/>
              <a:sym typeface="Poppins SemiBold"/>
            </a:endParaRPr>
          </a:p>
        </p:txBody>
      </p:sp>
      <p:sp>
        <p:nvSpPr>
          <p:cNvPr id="183" name="Google Shape;183;p37"/>
          <p:cNvSpPr txBox="1"/>
          <p:nvPr/>
        </p:nvSpPr>
        <p:spPr>
          <a:xfrm>
            <a:off x="4795250" y="2865350"/>
            <a:ext cx="2041800" cy="992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500">
                <a:solidFill>
                  <a:schemeClr val="lt1"/>
                </a:solidFill>
                <a:latin typeface="Poppins Light"/>
                <a:ea typeface="Poppins Light"/>
                <a:cs typeface="Poppins Light"/>
                <a:sym typeface="Poppins Light"/>
              </a:rPr>
              <a:t>Platform to gather opinions, synthesize them via AI, and present consensus</a:t>
            </a:r>
            <a:endParaRPr sz="1500">
              <a:solidFill>
                <a:schemeClr val="lt1"/>
              </a:solidFill>
              <a:latin typeface="Poppins Light"/>
              <a:ea typeface="Poppins Light"/>
              <a:cs typeface="Poppins Light"/>
              <a:sym typeface="Poppi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8"/>
          <p:cNvSpPr/>
          <p:nvPr/>
        </p:nvSpPr>
        <p:spPr>
          <a:xfrm>
            <a:off x="2594009" y="1044993"/>
            <a:ext cx="3956100" cy="486900"/>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ko" sz="1800">
                <a:solidFill>
                  <a:schemeClr val="lt1"/>
                </a:solidFill>
                <a:latin typeface="Poppins SemiBold"/>
                <a:ea typeface="Poppins SemiBold"/>
                <a:cs typeface="Poppins SemiBold"/>
                <a:sym typeface="Poppins SemiBold"/>
              </a:rPr>
              <a:t>Tech Overview</a:t>
            </a:r>
            <a:endParaRPr sz="1800">
              <a:solidFill>
                <a:schemeClr val="lt1"/>
              </a:solidFill>
              <a:latin typeface="Poppins SemiBold"/>
              <a:ea typeface="Poppins SemiBold"/>
              <a:cs typeface="Poppins SemiBold"/>
              <a:sym typeface="Poppins SemiBold"/>
            </a:endParaRPr>
          </a:p>
        </p:txBody>
      </p:sp>
      <p:sp>
        <p:nvSpPr>
          <p:cNvPr id="189" name="Google Shape;189;p38"/>
          <p:cNvSpPr txBox="1"/>
          <p:nvPr/>
        </p:nvSpPr>
        <p:spPr>
          <a:xfrm>
            <a:off x="1136459" y="2257034"/>
            <a:ext cx="1992600" cy="453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2500">
                <a:solidFill>
                  <a:schemeClr val="lt1"/>
                </a:solidFill>
                <a:latin typeface="Poppins SemiBold"/>
                <a:ea typeface="Poppins SemiBold"/>
                <a:cs typeface="Poppins SemiBold"/>
                <a:sym typeface="Poppins SemiBold"/>
              </a:rPr>
              <a:t>Frontend</a:t>
            </a:r>
            <a:endParaRPr sz="2500">
              <a:solidFill>
                <a:schemeClr val="lt1"/>
              </a:solidFill>
              <a:latin typeface="Poppins SemiBold"/>
              <a:ea typeface="Poppins SemiBold"/>
              <a:cs typeface="Poppins SemiBold"/>
              <a:sym typeface="Poppins SemiBold"/>
            </a:endParaRPr>
          </a:p>
        </p:txBody>
      </p:sp>
      <p:sp>
        <p:nvSpPr>
          <p:cNvPr id="190" name="Google Shape;190;p38"/>
          <p:cNvSpPr txBox="1"/>
          <p:nvPr/>
        </p:nvSpPr>
        <p:spPr>
          <a:xfrm>
            <a:off x="1136459" y="2865348"/>
            <a:ext cx="1992600" cy="869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300">
                <a:solidFill>
                  <a:schemeClr val="lt1"/>
                </a:solidFill>
                <a:latin typeface="Poppins Light"/>
                <a:ea typeface="Poppins Light"/>
                <a:cs typeface="Poppins Light"/>
                <a:sym typeface="Poppins Light"/>
              </a:rPr>
              <a:t>Vite + Vue</a:t>
            </a:r>
            <a:endParaRPr sz="1300">
              <a:solidFill>
                <a:schemeClr val="lt1"/>
              </a:solidFill>
              <a:latin typeface="Poppins Light"/>
              <a:ea typeface="Poppins Light"/>
              <a:cs typeface="Poppins Light"/>
              <a:sym typeface="Poppins Light"/>
            </a:endParaRPr>
          </a:p>
          <a:p>
            <a:pPr indent="0" lvl="0" marL="0" marR="0" rtl="0" algn="ctr">
              <a:spcBef>
                <a:spcPts val="0"/>
              </a:spcBef>
              <a:spcAft>
                <a:spcPts val="0"/>
              </a:spcAft>
              <a:buNone/>
            </a:pPr>
            <a:r>
              <a:rPr lang="ko" sz="1300">
                <a:solidFill>
                  <a:schemeClr val="lt1"/>
                </a:solidFill>
                <a:latin typeface="Poppins Light"/>
                <a:ea typeface="Poppins Light"/>
                <a:cs typeface="Poppins Light"/>
                <a:sym typeface="Poppins Light"/>
              </a:rPr>
              <a:t>TypeScript</a:t>
            </a:r>
            <a:endParaRPr sz="1300">
              <a:solidFill>
                <a:schemeClr val="lt1"/>
              </a:solidFill>
              <a:latin typeface="Poppins Light"/>
              <a:ea typeface="Poppins Light"/>
              <a:cs typeface="Poppins Light"/>
              <a:sym typeface="Poppins Light"/>
            </a:endParaRPr>
          </a:p>
          <a:p>
            <a:pPr indent="0" lvl="0" marL="0" marR="0" rtl="0" algn="ctr">
              <a:spcBef>
                <a:spcPts val="0"/>
              </a:spcBef>
              <a:spcAft>
                <a:spcPts val="0"/>
              </a:spcAft>
              <a:buNone/>
            </a:pPr>
            <a:r>
              <a:rPr lang="ko" sz="1300">
                <a:solidFill>
                  <a:schemeClr val="lt1"/>
                </a:solidFill>
                <a:latin typeface="Poppins Light"/>
                <a:ea typeface="Poppins Light"/>
                <a:cs typeface="Poppins Light"/>
                <a:sym typeface="Poppins Light"/>
              </a:rPr>
              <a:t>Pinia</a:t>
            </a:r>
            <a:endParaRPr sz="1300">
              <a:solidFill>
                <a:schemeClr val="lt1"/>
              </a:solidFill>
              <a:latin typeface="Poppins Light"/>
              <a:ea typeface="Poppins Light"/>
              <a:cs typeface="Poppins Light"/>
              <a:sym typeface="Poppins Light"/>
            </a:endParaRPr>
          </a:p>
          <a:p>
            <a:pPr indent="0" lvl="0" marL="0" marR="0" rtl="0" algn="ctr">
              <a:spcBef>
                <a:spcPts val="0"/>
              </a:spcBef>
              <a:spcAft>
                <a:spcPts val="0"/>
              </a:spcAft>
              <a:buNone/>
            </a:pPr>
            <a:r>
              <a:rPr lang="ko" sz="1300">
                <a:solidFill>
                  <a:schemeClr val="lt1"/>
                </a:solidFill>
                <a:latin typeface="Poppins Light"/>
                <a:ea typeface="Poppins Light"/>
                <a:cs typeface="Poppins Light"/>
                <a:sym typeface="Poppins Light"/>
              </a:rPr>
              <a:t>Tailwind</a:t>
            </a:r>
            <a:endParaRPr sz="1300">
              <a:solidFill>
                <a:schemeClr val="lt1"/>
              </a:solidFill>
              <a:latin typeface="Poppins Light"/>
              <a:ea typeface="Poppins Light"/>
              <a:cs typeface="Poppins Light"/>
              <a:sym typeface="Poppins Light"/>
            </a:endParaRPr>
          </a:p>
        </p:txBody>
      </p:sp>
      <p:sp>
        <p:nvSpPr>
          <p:cNvPr id="191" name="Google Shape;191;p38"/>
          <p:cNvSpPr txBox="1"/>
          <p:nvPr/>
        </p:nvSpPr>
        <p:spPr>
          <a:xfrm>
            <a:off x="3575694" y="2257034"/>
            <a:ext cx="1992600" cy="453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2500">
                <a:solidFill>
                  <a:schemeClr val="lt1"/>
                </a:solidFill>
                <a:latin typeface="Poppins SemiBold"/>
                <a:ea typeface="Poppins SemiBold"/>
                <a:cs typeface="Poppins SemiBold"/>
                <a:sym typeface="Poppins SemiBold"/>
              </a:rPr>
              <a:t>Backend</a:t>
            </a:r>
            <a:endParaRPr sz="2500">
              <a:solidFill>
                <a:schemeClr val="lt1"/>
              </a:solidFill>
              <a:latin typeface="Poppins SemiBold"/>
              <a:ea typeface="Poppins SemiBold"/>
              <a:cs typeface="Poppins SemiBold"/>
              <a:sym typeface="Poppins SemiBold"/>
            </a:endParaRPr>
          </a:p>
        </p:txBody>
      </p:sp>
      <p:sp>
        <p:nvSpPr>
          <p:cNvPr id="192" name="Google Shape;192;p38"/>
          <p:cNvSpPr txBox="1"/>
          <p:nvPr/>
        </p:nvSpPr>
        <p:spPr>
          <a:xfrm>
            <a:off x="3575694" y="2865348"/>
            <a:ext cx="19926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300">
                <a:solidFill>
                  <a:schemeClr val="lt1"/>
                </a:solidFill>
                <a:latin typeface="Poppins Light"/>
                <a:ea typeface="Poppins Light"/>
                <a:cs typeface="Poppins Light"/>
                <a:sym typeface="Poppins Light"/>
              </a:rPr>
              <a:t>Fast API</a:t>
            </a:r>
            <a:endParaRPr sz="1300">
              <a:solidFill>
                <a:schemeClr val="lt1"/>
              </a:solidFill>
              <a:latin typeface="Poppins Light"/>
              <a:ea typeface="Poppins Light"/>
              <a:cs typeface="Poppins Light"/>
              <a:sym typeface="Poppins Light"/>
            </a:endParaRPr>
          </a:p>
          <a:p>
            <a:pPr indent="0" lvl="0" marL="0" marR="0" rtl="0" algn="ctr">
              <a:spcBef>
                <a:spcPts val="0"/>
              </a:spcBef>
              <a:spcAft>
                <a:spcPts val="0"/>
              </a:spcAft>
              <a:buNone/>
            </a:pPr>
            <a:r>
              <a:rPr lang="ko" sz="1300">
                <a:solidFill>
                  <a:schemeClr val="lt1"/>
                </a:solidFill>
                <a:latin typeface="Poppins Light"/>
                <a:ea typeface="Poppins Light"/>
                <a:cs typeface="Poppins Light"/>
                <a:sym typeface="Poppins Light"/>
              </a:rPr>
              <a:t>OAuth2</a:t>
            </a:r>
            <a:endParaRPr sz="1300">
              <a:solidFill>
                <a:schemeClr val="lt1"/>
              </a:solidFill>
              <a:latin typeface="Poppins Light"/>
              <a:ea typeface="Poppins Light"/>
              <a:cs typeface="Poppins Light"/>
              <a:sym typeface="Poppins Light"/>
            </a:endParaRPr>
          </a:p>
        </p:txBody>
      </p:sp>
      <p:sp>
        <p:nvSpPr>
          <p:cNvPr id="193" name="Google Shape;193;p38"/>
          <p:cNvSpPr txBox="1"/>
          <p:nvPr/>
        </p:nvSpPr>
        <p:spPr>
          <a:xfrm>
            <a:off x="6014944" y="2257034"/>
            <a:ext cx="1992600" cy="453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2500">
                <a:solidFill>
                  <a:schemeClr val="lt1"/>
                </a:solidFill>
                <a:latin typeface="Poppins SemiBold"/>
                <a:ea typeface="Poppins SemiBold"/>
                <a:cs typeface="Poppins SemiBold"/>
                <a:sym typeface="Poppins SemiBold"/>
              </a:rPr>
              <a:t>AI</a:t>
            </a:r>
            <a:endParaRPr sz="2500">
              <a:solidFill>
                <a:schemeClr val="lt1"/>
              </a:solidFill>
              <a:latin typeface="Poppins SemiBold"/>
              <a:ea typeface="Poppins SemiBold"/>
              <a:cs typeface="Poppins SemiBold"/>
              <a:sym typeface="Poppins SemiBold"/>
            </a:endParaRPr>
          </a:p>
        </p:txBody>
      </p:sp>
      <p:sp>
        <p:nvSpPr>
          <p:cNvPr id="194" name="Google Shape;194;p38"/>
          <p:cNvSpPr txBox="1"/>
          <p:nvPr/>
        </p:nvSpPr>
        <p:spPr>
          <a:xfrm>
            <a:off x="6014944" y="2865348"/>
            <a:ext cx="1992600" cy="269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300">
                <a:solidFill>
                  <a:schemeClr val="lt1"/>
                </a:solidFill>
                <a:latin typeface="Poppins Light"/>
                <a:ea typeface="Poppins Light"/>
                <a:cs typeface="Poppins Light"/>
                <a:sym typeface="Poppins Light"/>
              </a:rPr>
              <a:t>Mistral Medium</a:t>
            </a:r>
            <a:endParaRPr sz="1300">
              <a:solidFill>
                <a:schemeClr val="lt1"/>
              </a:solidFill>
              <a:latin typeface="Poppins Light"/>
              <a:ea typeface="Poppins Light"/>
              <a:cs typeface="Poppins Light"/>
              <a:sym typeface="Poppi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9"/>
          <p:cNvSpPr/>
          <p:nvPr/>
        </p:nvSpPr>
        <p:spPr>
          <a:xfrm>
            <a:off x="2594009" y="1044993"/>
            <a:ext cx="3955983" cy="486891"/>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ko" sz="1800">
                <a:solidFill>
                  <a:schemeClr val="lt1"/>
                </a:solidFill>
                <a:latin typeface="Poppins SemiBold"/>
                <a:ea typeface="Poppins SemiBold"/>
                <a:cs typeface="Poppins SemiBold"/>
                <a:sym typeface="Poppins SemiBold"/>
              </a:rPr>
              <a:t>User Flow</a:t>
            </a:r>
            <a:endParaRPr sz="1800">
              <a:solidFill>
                <a:schemeClr val="lt1"/>
              </a:solidFill>
              <a:latin typeface="Poppins SemiBold"/>
              <a:ea typeface="Poppins SemiBold"/>
              <a:cs typeface="Poppins SemiBold"/>
              <a:sym typeface="Poppins SemiBold"/>
            </a:endParaRPr>
          </a:p>
        </p:txBody>
      </p:sp>
      <p:sp>
        <p:nvSpPr>
          <p:cNvPr id="200" name="Google Shape;200;p39"/>
          <p:cNvSpPr txBox="1"/>
          <p:nvPr/>
        </p:nvSpPr>
        <p:spPr>
          <a:xfrm>
            <a:off x="2356009" y="2257034"/>
            <a:ext cx="1992600" cy="453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2500">
                <a:solidFill>
                  <a:schemeClr val="lt1"/>
                </a:solidFill>
                <a:latin typeface="Poppins SemiBold"/>
                <a:ea typeface="Poppins SemiBold"/>
                <a:cs typeface="Poppins SemiBold"/>
                <a:sym typeface="Poppins SemiBold"/>
              </a:rPr>
              <a:t>Team Lead</a:t>
            </a:r>
            <a:endParaRPr sz="2500">
              <a:solidFill>
                <a:schemeClr val="lt1"/>
              </a:solidFill>
              <a:latin typeface="Poppins SemiBold"/>
              <a:ea typeface="Poppins SemiBold"/>
              <a:cs typeface="Poppins SemiBold"/>
              <a:sym typeface="Poppins SemiBold"/>
            </a:endParaRPr>
          </a:p>
        </p:txBody>
      </p:sp>
      <p:sp>
        <p:nvSpPr>
          <p:cNvPr id="201" name="Google Shape;201;p39"/>
          <p:cNvSpPr txBox="1"/>
          <p:nvPr/>
        </p:nvSpPr>
        <p:spPr>
          <a:xfrm>
            <a:off x="2356009" y="2865348"/>
            <a:ext cx="19926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300">
                <a:solidFill>
                  <a:schemeClr val="lt1"/>
                </a:solidFill>
                <a:latin typeface="Poppins Light"/>
                <a:ea typeface="Poppins Light"/>
                <a:cs typeface="Poppins Light"/>
                <a:sym typeface="Poppins Light"/>
              </a:rPr>
              <a:t>Manages questions</a:t>
            </a:r>
            <a:endParaRPr sz="1300">
              <a:solidFill>
                <a:schemeClr val="lt1"/>
              </a:solidFill>
              <a:latin typeface="Poppins Light"/>
              <a:ea typeface="Poppins Light"/>
              <a:cs typeface="Poppins Light"/>
              <a:sym typeface="Poppins Light"/>
            </a:endParaRPr>
          </a:p>
          <a:p>
            <a:pPr indent="0" lvl="0" marL="0" marR="0" rtl="0" algn="ctr">
              <a:spcBef>
                <a:spcPts val="0"/>
              </a:spcBef>
              <a:spcAft>
                <a:spcPts val="0"/>
              </a:spcAft>
              <a:buNone/>
            </a:pPr>
            <a:r>
              <a:rPr lang="ko" sz="1300">
                <a:solidFill>
                  <a:schemeClr val="lt1"/>
                </a:solidFill>
                <a:latin typeface="Poppins Light"/>
                <a:ea typeface="Poppins Light"/>
                <a:cs typeface="Poppins Light"/>
                <a:sym typeface="Poppins Light"/>
              </a:rPr>
              <a:t>Reviews reports</a:t>
            </a:r>
            <a:endParaRPr sz="1300">
              <a:solidFill>
                <a:schemeClr val="lt1"/>
              </a:solidFill>
              <a:latin typeface="Poppins Light"/>
              <a:ea typeface="Poppins Light"/>
              <a:cs typeface="Poppins Light"/>
              <a:sym typeface="Poppins Light"/>
            </a:endParaRPr>
          </a:p>
        </p:txBody>
      </p:sp>
      <p:sp>
        <p:nvSpPr>
          <p:cNvPr id="202" name="Google Shape;202;p39"/>
          <p:cNvSpPr txBox="1"/>
          <p:nvPr/>
        </p:nvSpPr>
        <p:spPr>
          <a:xfrm>
            <a:off x="4795244" y="2257034"/>
            <a:ext cx="1992600" cy="453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2500">
                <a:solidFill>
                  <a:schemeClr val="lt1"/>
                </a:solidFill>
                <a:latin typeface="Poppins SemiBold"/>
                <a:ea typeface="Poppins SemiBold"/>
                <a:cs typeface="Poppins SemiBold"/>
                <a:sym typeface="Poppins SemiBold"/>
              </a:rPr>
              <a:t>Participant</a:t>
            </a:r>
            <a:endParaRPr sz="2500">
              <a:solidFill>
                <a:schemeClr val="lt1"/>
              </a:solidFill>
              <a:latin typeface="Poppins SemiBold"/>
              <a:ea typeface="Poppins SemiBold"/>
              <a:cs typeface="Poppins SemiBold"/>
              <a:sym typeface="Poppins SemiBold"/>
            </a:endParaRPr>
          </a:p>
        </p:txBody>
      </p:sp>
      <p:sp>
        <p:nvSpPr>
          <p:cNvPr id="203" name="Google Shape;203;p39"/>
          <p:cNvSpPr txBox="1"/>
          <p:nvPr/>
        </p:nvSpPr>
        <p:spPr>
          <a:xfrm>
            <a:off x="4795244" y="2865348"/>
            <a:ext cx="1992600" cy="469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300">
                <a:solidFill>
                  <a:schemeClr val="lt1"/>
                </a:solidFill>
                <a:latin typeface="Poppins Light"/>
                <a:ea typeface="Poppins Light"/>
                <a:cs typeface="Poppins Light"/>
                <a:sym typeface="Poppins Light"/>
              </a:rPr>
              <a:t>Scans QR</a:t>
            </a:r>
            <a:endParaRPr sz="1300">
              <a:solidFill>
                <a:schemeClr val="lt1"/>
              </a:solidFill>
              <a:latin typeface="Poppins Light"/>
              <a:ea typeface="Poppins Light"/>
              <a:cs typeface="Poppins Light"/>
              <a:sym typeface="Poppins Light"/>
            </a:endParaRPr>
          </a:p>
          <a:p>
            <a:pPr indent="0" lvl="0" marL="0" marR="0" rtl="0" algn="ctr">
              <a:spcBef>
                <a:spcPts val="0"/>
              </a:spcBef>
              <a:spcAft>
                <a:spcPts val="0"/>
              </a:spcAft>
              <a:buNone/>
            </a:pPr>
            <a:r>
              <a:rPr lang="ko" sz="1300">
                <a:solidFill>
                  <a:schemeClr val="lt1"/>
                </a:solidFill>
                <a:latin typeface="Poppins Light"/>
                <a:ea typeface="Poppins Light"/>
                <a:cs typeface="Poppins Light"/>
                <a:sym typeface="Poppins Light"/>
              </a:rPr>
              <a:t>Submits answer</a:t>
            </a:r>
            <a:endParaRPr sz="1300">
              <a:solidFill>
                <a:schemeClr val="lt1"/>
              </a:solidFill>
              <a:latin typeface="Poppins Light"/>
              <a:ea typeface="Poppins Light"/>
              <a:cs typeface="Poppins Light"/>
              <a:sym typeface="Poppi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40"/>
          <p:cNvSpPr txBox="1"/>
          <p:nvPr/>
        </p:nvSpPr>
        <p:spPr>
          <a:xfrm>
            <a:off x="1319728" y="2262345"/>
            <a:ext cx="3093816"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900">
                <a:solidFill>
                  <a:schemeClr val="lt1"/>
                </a:solidFill>
                <a:latin typeface="Poppins Light"/>
                <a:ea typeface="Poppins Light"/>
                <a:cs typeface="Poppins Light"/>
                <a:sym typeface="Poppins Light"/>
              </a:rPr>
              <a:t>Lorem ipsum dolor sit amet, consectetur adipisicing elit, sed do eiusmod tempor incididunt ut labore et dolore magna aliqua.</a:t>
            </a:r>
            <a:endParaRPr sz="900">
              <a:solidFill>
                <a:schemeClr val="lt1"/>
              </a:solidFill>
              <a:latin typeface="Poppins Light"/>
              <a:ea typeface="Poppins Light"/>
              <a:cs typeface="Poppins Light"/>
              <a:sym typeface="Poppins Light"/>
            </a:endParaRPr>
          </a:p>
        </p:txBody>
      </p:sp>
      <p:sp>
        <p:nvSpPr>
          <p:cNvPr id="209" name="Google Shape;209;p40"/>
          <p:cNvSpPr/>
          <p:nvPr/>
        </p:nvSpPr>
        <p:spPr>
          <a:xfrm>
            <a:off x="797526" y="2008424"/>
            <a:ext cx="776705" cy="30008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sz="1500">
                <a:solidFill>
                  <a:schemeClr val="lt1"/>
                </a:solidFill>
                <a:latin typeface="Poppins SemiBold"/>
                <a:ea typeface="Poppins SemiBold"/>
                <a:cs typeface="Poppins SemiBold"/>
                <a:sym typeface="Poppins SemiBold"/>
              </a:rPr>
              <a:t>01.</a:t>
            </a:r>
            <a:endParaRPr sz="1500">
              <a:solidFill>
                <a:schemeClr val="lt1"/>
              </a:solidFill>
              <a:latin typeface="Poppins SemiBold"/>
              <a:ea typeface="Poppins SemiBold"/>
              <a:cs typeface="Poppins SemiBold"/>
              <a:sym typeface="Poppins SemiBold"/>
            </a:endParaRPr>
          </a:p>
        </p:txBody>
      </p:sp>
      <p:sp>
        <p:nvSpPr>
          <p:cNvPr id="210" name="Google Shape;210;p40"/>
          <p:cNvSpPr/>
          <p:nvPr/>
        </p:nvSpPr>
        <p:spPr>
          <a:xfrm>
            <a:off x="1304733" y="2008424"/>
            <a:ext cx="3104384" cy="27699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a:solidFill>
                  <a:schemeClr val="lt1"/>
                </a:solidFill>
                <a:latin typeface="Poppins SemiBold"/>
                <a:ea typeface="Poppins SemiBold"/>
                <a:cs typeface="Poppins SemiBold"/>
                <a:sym typeface="Poppins SemiBold"/>
              </a:rPr>
              <a:t>C</a:t>
            </a:r>
            <a:endParaRPr sz="1400">
              <a:solidFill>
                <a:schemeClr val="lt1"/>
              </a:solidFill>
              <a:latin typeface="Poppins SemiBold"/>
              <a:ea typeface="Poppins SemiBold"/>
              <a:cs typeface="Poppins SemiBold"/>
              <a:sym typeface="Poppins SemiBold"/>
            </a:endParaRPr>
          </a:p>
        </p:txBody>
      </p:sp>
      <p:sp>
        <p:nvSpPr>
          <p:cNvPr id="211" name="Google Shape;211;p40"/>
          <p:cNvSpPr txBox="1"/>
          <p:nvPr/>
        </p:nvSpPr>
        <p:spPr>
          <a:xfrm>
            <a:off x="5252658" y="2262345"/>
            <a:ext cx="3093816"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900">
                <a:solidFill>
                  <a:schemeClr val="lt1"/>
                </a:solidFill>
                <a:latin typeface="Poppins Light"/>
                <a:ea typeface="Poppins Light"/>
                <a:cs typeface="Poppins Light"/>
                <a:sym typeface="Poppins Light"/>
              </a:rPr>
              <a:t>Lorem ipsum dolor sit amet, consectetur adipisicing elit, sed do eiusmod tempor incididunt ut labore et dolore magna aliqua.</a:t>
            </a:r>
            <a:endParaRPr sz="900">
              <a:solidFill>
                <a:schemeClr val="lt1"/>
              </a:solidFill>
              <a:latin typeface="Poppins Light"/>
              <a:ea typeface="Poppins Light"/>
              <a:cs typeface="Poppins Light"/>
              <a:sym typeface="Poppins Light"/>
            </a:endParaRPr>
          </a:p>
        </p:txBody>
      </p:sp>
      <p:sp>
        <p:nvSpPr>
          <p:cNvPr id="212" name="Google Shape;212;p40"/>
          <p:cNvSpPr/>
          <p:nvPr/>
        </p:nvSpPr>
        <p:spPr>
          <a:xfrm>
            <a:off x="4730456" y="2008424"/>
            <a:ext cx="776705" cy="30008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sz="1500">
                <a:solidFill>
                  <a:schemeClr val="lt1"/>
                </a:solidFill>
                <a:latin typeface="Poppins SemiBold"/>
                <a:ea typeface="Poppins SemiBold"/>
                <a:cs typeface="Poppins SemiBold"/>
                <a:sym typeface="Poppins SemiBold"/>
              </a:rPr>
              <a:t>02.</a:t>
            </a:r>
            <a:endParaRPr sz="1500">
              <a:solidFill>
                <a:schemeClr val="lt1"/>
              </a:solidFill>
              <a:latin typeface="Poppins SemiBold"/>
              <a:ea typeface="Poppins SemiBold"/>
              <a:cs typeface="Poppins SemiBold"/>
              <a:sym typeface="Poppins SemiBold"/>
            </a:endParaRPr>
          </a:p>
        </p:txBody>
      </p:sp>
      <p:sp>
        <p:nvSpPr>
          <p:cNvPr id="213" name="Google Shape;213;p40"/>
          <p:cNvSpPr/>
          <p:nvPr/>
        </p:nvSpPr>
        <p:spPr>
          <a:xfrm>
            <a:off x="5237663" y="2008424"/>
            <a:ext cx="3104384" cy="27699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sz="1400">
                <a:solidFill>
                  <a:schemeClr val="lt1"/>
                </a:solidFill>
                <a:latin typeface="Poppins SemiBold"/>
                <a:ea typeface="Poppins SemiBold"/>
                <a:cs typeface="Poppins SemiBold"/>
                <a:sym typeface="Poppins SemiBold"/>
              </a:rPr>
              <a:t>Lorem ipsum</a:t>
            </a:r>
            <a:endParaRPr sz="1400">
              <a:solidFill>
                <a:schemeClr val="lt1"/>
              </a:solidFill>
              <a:latin typeface="Poppins SemiBold"/>
              <a:ea typeface="Poppins SemiBold"/>
              <a:cs typeface="Poppins SemiBold"/>
              <a:sym typeface="Poppins SemiBold"/>
            </a:endParaRPr>
          </a:p>
        </p:txBody>
      </p:sp>
      <p:sp>
        <p:nvSpPr>
          <p:cNvPr id="214" name="Google Shape;214;p40"/>
          <p:cNvSpPr txBox="1"/>
          <p:nvPr/>
        </p:nvSpPr>
        <p:spPr>
          <a:xfrm>
            <a:off x="1319728" y="3491452"/>
            <a:ext cx="3093816"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900">
                <a:solidFill>
                  <a:schemeClr val="lt1"/>
                </a:solidFill>
                <a:latin typeface="Poppins Light"/>
                <a:ea typeface="Poppins Light"/>
                <a:cs typeface="Poppins Light"/>
                <a:sym typeface="Poppins Light"/>
              </a:rPr>
              <a:t>Lorem ipsum dolor sit amet, consectetur adipisicing elit, sed do eiusmod tempor incididunt ut labore et dolore magna aliqua.</a:t>
            </a:r>
            <a:endParaRPr sz="900">
              <a:solidFill>
                <a:schemeClr val="lt1"/>
              </a:solidFill>
              <a:latin typeface="Poppins Light"/>
              <a:ea typeface="Poppins Light"/>
              <a:cs typeface="Poppins Light"/>
              <a:sym typeface="Poppins Light"/>
            </a:endParaRPr>
          </a:p>
        </p:txBody>
      </p:sp>
      <p:sp>
        <p:nvSpPr>
          <p:cNvPr id="215" name="Google Shape;215;p40"/>
          <p:cNvSpPr/>
          <p:nvPr/>
        </p:nvSpPr>
        <p:spPr>
          <a:xfrm>
            <a:off x="797526" y="3237532"/>
            <a:ext cx="776705" cy="30008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sz="1500">
                <a:solidFill>
                  <a:schemeClr val="lt1"/>
                </a:solidFill>
                <a:latin typeface="Poppins SemiBold"/>
                <a:ea typeface="Poppins SemiBold"/>
                <a:cs typeface="Poppins SemiBold"/>
                <a:sym typeface="Poppins SemiBold"/>
              </a:rPr>
              <a:t>03.</a:t>
            </a:r>
            <a:endParaRPr sz="1500">
              <a:solidFill>
                <a:schemeClr val="lt1"/>
              </a:solidFill>
              <a:latin typeface="Poppins SemiBold"/>
              <a:ea typeface="Poppins SemiBold"/>
              <a:cs typeface="Poppins SemiBold"/>
              <a:sym typeface="Poppins SemiBold"/>
            </a:endParaRPr>
          </a:p>
        </p:txBody>
      </p:sp>
      <p:sp>
        <p:nvSpPr>
          <p:cNvPr id="216" name="Google Shape;216;p40"/>
          <p:cNvSpPr/>
          <p:nvPr/>
        </p:nvSpPr>
        <p:spPr>
          <a:xfrm>
            <a:off x="1304733" y="3237532"/>
            <a:ext cx="3104384" cy="27699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sz="1400">
                <a:solidFill>
                  <a:schemeClr val="lt1"/>
                </a:solidFill>
                <a:latin typeface="Poppins SemiBold"/>
                <a:ea typeface="Poppins SemiBold"/>
                <a:cs typeface="Poppins SemiBold"/>
                <a:sym typeface="Poppins SemiBold"/>
              </a:rPr>
              <a:t>Lorem ipsum</a:t>
            </a:r>
            <a:endParaRPr sz="1400">
              <a:solidFill>
                <a:schemeClr val="lt1"/>
              </a:solidFill>
              <a:latin typeface="Poppins SemiBold"/>
              <a:ea typeface="Poppins SemiBold"/>
              <a:cs typeface="Poppins SemiBold"/>
              <a:sym typeface="Poppins SemiBold"/>
            </a:endParaRPr>
          </a:p>
        </p:txBody>
      </p:sp>
      <p:sp>
        <p:nvSpPr>
          <p:cNvPr id="217" name="Google Shape;217;p40"/>
          <p:cNvSpPr txBox="1"/>
          <p:nvPr/>
        </p:nvSpPr>
        <p:spPr>
          <a:xfrm>
            <a:off x="5252658" y="3491452"/>
            <a:ext cx="3093816"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900">
                <a:solidFill>
                  <a:schemeClr val="lt1"/>
                </a:solidFill>
                <a:latin typeface="Poppins Light"/>
                <a:ea typeface="Poppins Light"/>
                <a:cs typeface="Poppins Light"/>
                <a:sym typeface="Poppins Light"/>
              </a:rPr>
              <a:t>Lorem ipsum dolor sit amet, consectetur adipisicing elit, sed do eiusmod tempor incididunt ut labore et dolore magna aliqua.</a:t>
            </a:r>
            <a:endParaRPr sz="900">
              <a:solidFill>
                <a:schemeClr val="lt1"/>
              </a:solidFill>
              <a:latin typeface="Poppins Light"/>
              <a:ea typeface="Poppins Light"/>
              <a:cs typeface="Poppins Light"/>
              <a:sym typeface="Poppins Light"/>
            </a:endParaRPr>
          </a:p>
        </p:txBody>
      </p:sp>
      <p:sp>
        <p:nvSpPr>
          <p:cNvPr id="218" name="Google Shape;218;p40"/>
          <p:cNvSpPr/>
          <p:nvPr/>
        </p:nvSpPr>
        <p:spPr>
          <a:xfrm>
            <a:off x="4730456" y="3237532"/>
            <a:ext cx="776705" cy="30008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sz="1500">
                <a:solidFill>
                  <a:schemeClr val="lt1"/>
                </a:solidFill>
                <a:latin typeface="Poppins SemiBold"/>
                <a:ea typeface="Poppins SemiBold"/>
                <a:cs typeface="Poppins SemiBold"/>
                <a:sym typeface="Poppins SemiBold"/>
              </a:rPr>
              <a:t>04.</a:t>
            </a:r>
            <a:endParaRPr sz="1500">
              <a:solidFill>
                <a:schemeClr val="lt1"/>
              </a:solidFill>
              <a:latin typeface="Poppins SemiBold"/>
              <a:ea typeface="Poppins SemiBold"/>
              <a:cs typeface="Poppins SemiBold"/>
              <a:sym typeface="Poppins SemiBold"/>
            </a:endParaRPr>
          </a:p>
        </p:txBody>
      </p:sp>
      <p:sp>
        <p:nvSpPr>
          <p:cNvPr id="219" name="Google Shape;219;p40"/>
          <p:cNvSpPr/>
          <p:nvPr/>
        </p:nvSpPr>
        <p:spPr>
          <a:xfrm>
            <a:off x="5237663" y="3237532"/>
            <a:ext cx="3104384" cy="27699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sz="1400">
                <a:solidFill>
                  <a:schemeClr val="lt1"/>
                </a:solidFill>
                <a:latin typeface="Poppins SemiBold"/>
                <a:ea typeface="Poppins SemiBold"/>
                <a:cs typeface="Poppins SemiBold"/>
                <a:sym typeface="Poppins SemiBold"/>
              </a:rPr>
              <a:t>Lorem ipsum</a:t>
            </a:r>
            <a:endParaRPr sz="1400">
              <a:solidFill>
                <a:schemeClr val="lt1"/>
              </a:solidFill>
              <a:latin typeface="Poppins SemiBold"/>
              <a:ea typeface="Poppins SemiBold"/>
              <a:cs typeface="Poppins SemiBold"/>
              <a:sym typeface="Poppins SemiBold"/>
            </a:endParaRPr>
          </a:p>
        </p:txBody>
      </p:sp>
      <p:sp>
        <p:nvSpPr>
          <p:cNvPr id="220" name="Google Shape;220;p40"/>
          <p:cNvSpPr/>
          <p:nvPr/>
        </p:nvSpPr>
        <p:spPr>
          <a:xfrm>
            <a:off x="1504949" y="1140935"/>
            <a:ext cx="6134102" cy="486891"/>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lang="ko" sz="1800">
                <a:solidFill>
                  <a:schemeClr val="lt1"/>
                </a:solidFill>
                <a:latin typeface="Poppins SemiBold"/>
                <a:ea typeface="Poppins SemiBold"/>
                <a:cs typeface="Poppins SemiBold"/>
                <a:sym typeface="Poppins SemiBold"/>
              </a:rPr>
              <a:t>Contents</a:t>
            </a:r>
            <a:endParaRPr b="0" sz="1800">
              <a:solidFill>
                <a:schemeClr val="lt1"/>
              </a:solidFill>
              <a:latin typeface="Poppins SemiBold"/>
              <a:ea typeface="Poppins SemiBold"/>
              <a:cs typeface="Poppins SemiBold"/>
              <a:sym typeface="Poppins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1"/>
          <p:cNvSpPr txBox="1"/>
          <p:nvPr/>
        </p:nvSpPr>
        <p:spPr>
          <a:xfrm>
            <a:off x="4272679" y="2589638"/>
            <a:ext cx="3099671" cy="346249"/>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800">
                <a:solidFill>
                  <a:schemeClr val="lt1"/>
                </a:solidFill>
                <a:latin typeface="Poppins SemiBold"/>
                <a:ea typeface="Poppins SemiBold"/>
                <a:cs typeface="Poppins SemiBold"/>
                <a:sym typeface="Poppins SemiBold"/>
              </a:rPr>
              <a:t>Lorem ipsum dolor</a:t>
            </a:r>
            <a:endParaRPr sz="1100"/>
          </a:p>
        </p:txBody>
      </p:sp>
      <p:sp>
        <p:nvSpPr>
          <p:cNvPr id="226" name="Google Shape;226;p41"/>
          <p:cNvSpPr txBox="1"/>
          <p:nvPr/>
        </p:nvSpPr>
        <p:spPr>
          <a:xfrm>
            <a:off x="4272679" y="3030969"/>
            <a:ext cx="3099671" cy="807913"/>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200">
                <a:solidFill>
                  <a:schemeClr val="lt1"/>
                </a:solidFill>
                <a:latin typeface="Poppins Light"/>
                <a:ea typeface="Poppins Light"/>
                <a:cs typeface="Poppins Light"/>
                <a:sym typeface="Poppins Light"/>
              </a:rPr>
              <a:t>Lorem ipsum dolor sit amet, consectetur adipiscing elit, sed do eiusmod tempor incididunt ut labore et dolore magna aliqua.</a:t>
            </a:r>
            <a:endParaRPr sz="1100"/>
          </a:p>
        </p:txBody>
      </p:sp>
      <p:sp>
        <p:nvSpPr>
          <p:cNvPr id="227" name="Google Shape;227;p41"/>
          <p:cNvSpPr/>
          <p:nvPr/>
        </p:nvSpPr>
        <p:spPr>
          <a:xfrm>
            <a:off x="4272679" y="1422095"/>
            <a:ext cx="3099671" cy="876404"/>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lang="ko" sz="1800">
                <a:solidFill>
                  <a:schemeClr val="lt1"/>
                </a:solidFill>
                <a:latin typeface="Poppins SemiBold"/>
                <a:ea typeface="Poppins SemiBold"/>
                <a:cs typeface="Poppins SemiBold"/>
                <a:sym typeface="Poppins SemiBold"/>
              </a:rPr>
              <a:t>Insert your headline here</a:t>
            </a:r>
            <a:endParaRPr b="0" sz="1800">
              <a:solidFill>
                <a:schemeClr val="lt1"/>
              </a:solidFill>
              <a:latin typeface="Poppins SemiBold"/>
              <a:ea typeface="Poppins SemiBold"/>
              <a:cs typeface="Poppins SemiBold"/>
              <a:sym typeface="Poppins SemiBold"/>
            </a:endParaRPr>
          </a:p>
        </p:txBody>
      </p:sp>
      <p:sp>
        <p:nvSpPr>
          <p:cNvPr id="228" name="Google Shape;228;p41"/>
          <p:cNvSpPr/>
          <p:nvPr>
            <p:ph idx="2" type="pic"/>
          </p:nvPr>
        </p:nvSpPr>
        <p:spPr>
          <a:xfrm>
            <a:off x="850642" y="1280160"/>
            <a:ext cx="2583184" cy="2583180"/>
          </a:xfrm>
          <a:prstGeom prst="ellipse">
            <a:avLst/>
          </a:prstGeom>
          <a:solidFill>
            <a:srgbClr val="F2F2F2"/>
          </a:solid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2"/>
          <p:cNvSpPr/>
          <p:nvPr/>
        </p:nvSpPr>
        <p:spPr>
          <a:xfrm>
            <a:off x="898722" y="1194943"/>
            <a:ext cx="3962036" cy="551810"/>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lang="ko" sz="1800">
                <a:solidFill>
                  <a:schemeClr val="lt1"/>
                </a:solidFill>
                <a:latin typeface="Poppins SemiBold"/>
                <a:ea typeface="Poppins SemiBold"/>
                <a:cs typeface="Poppins SemiBold"/>
                <a:sym typeface="Poppins SemiBold"/>
              </a:rPr>
              <a:t>Slide title here</a:t>
            </a:r>
            <a:endParaRPr b="0" sz="1800">
              <a:solidFill>
                <a:schemeClr val="lt1"/>
              </a:solidFill>
              <a:latin typeface="Poppins SemiBold"/>
              <a:ea typeface="Poppins SemiBold"/>
              <a:cs typeface="Poppins SemiBold"/>
              <a:sym typeface="Poppins SemiBold"/>
            </a:endParaRPr>
          </a:p>
        </p:txBody>
      </p:sp>
      <p:grpSp>
        <p:nvGrpSpPr>
          <p:cNvPr id="234" name="Google Shape;234;p42"/>
          <p:cNvGrpSpPr/>
          <p:nvPr/>
        </p:nvGrpSpPr>
        <p:grpSpPr>
          <a:xfrm>
            <a:off x="2664958" y="2496051"/>
            <a:ext cx="433729" cy="433728"/>
            <a:chOff x="3448898" y="892918"/>
            <a:chExt cx="390525" cy="390525"/>
          </a:xfrm>
        </p:grpSpPr>
        <p:sp>
          <p:nvSpPr>
            <p:cNvPr id="235" name="Google Shape;235;p42"/>
            <p:cNvSpPr/>
            <p:nvPr/>
          </p:nvSpPr>
          <p:spPr>
            <a:xfrm>
              <a:off x="3448898" y="892918"/>
              <a:ext cx="390525" cy="390525"/>
            </a:xfrm>
            <a:custGeom>
              <a:rect b="b" l="l" r="r" t="t"/>
              <a:pathLst>
                <a:path extrusionOk="0" h="390525" w="390525">
                  <a:moveTo>
                    <a:pt x="352806" y="51581"/>
                  </a:moveTo>
                  <a:lnTo>
                    <a:pt x="341662" y="51581"/>
                  </a:lnTo>
                  <a:lnTo>
                    <a:pt x="341662" y="41008"/>
                  </a:lnTo>
                  <a:cubicBezTo>
                    <a:pt x="341662" y="23673"/>
                    <a:pt x="327565" y="8147"/>
                    <a:pt x="310229" y="7194"/>
                  </a:cubicBezTo>
                  <a:cubicBezTo>
                    <a:pt x="290989" y="6147"/>
                    <a:pt x="275082" y="21482"/>
                    <a:pt x="275082" y="40437"/>
                  </a:cubicBezTo>
                  <a:lnTo>
                    <a:pt x="275082" y="51581"/>
                  </a:lnTo>
                  <a:lnTo>
                    <a:pt x="230696" y="51581"/>
                  </a:lnTo>
                  <a:lnTo>
                    <a:pt x="230696" y="41008"/>
                  </a:lnTo>
                  <a:cubicBezTo>
                    <a:pt x="230696" y="23673"/>
                    <a:pt x="216598" y="8147"/>
                    <a:pt x="199263" y="7194"/>
                  </a:cubicBezTo>
                  <a:cubicBezTo>
                    <a:pt x="180022" y="6147"/>
                    <a:pt x="164116" y="21482"/>
                    <a:pt x="164116" y="40437"/>
                  </a:cubicBezTo>
                  <a:lnTo>
                    <a:pt x="164116" y="51581"/>
                  </a:lnTo>
                  <a:lnTo>
                    <a:pt x="118205" y="51581"/>
                  </a:lnTo>
                  <a:lnTo>
                    <a:pt x="118205" y="41008"/>
                  </a:lnTo>
                  <a:cubicBezTo>
                    <a:pt x="118205" y="23673"/>
                    <a:pt x="104108" y="8147"/>
                    <a:pt x="86773" y="7194"/>
                  </a:cubicBezTo>
                  <a:cubicBezTo>
                    <a:pt x="67532" y="6147"/>
                    <a:pt x="51626" y="21482"/>
                    <a:pt x="51626" y="40437"/>
                  </a:cubicBezTo>
                  <a:lnTo>
                    <a:pt x="51626" y="51581"/>
                  </a:lnTo>
                  <a:lnTo>
                    <a:pt x="40481" y="51581"/>
                  </a:lnTo>
                  <a:cubicBezTo>
                    <a:pt x="22098" y="51581"/>
                    <a:pt x="7144" y="66535"/>
                    <a:pt x="7144" y="84918"/>
                  </a:cubicBezTo>
                  <a:lnTo>
                    <a:pt x="7144" y="352857"/>
                  </a:lnTo>
                  <a:cubicBezTo>
                    <a:pt x="7144" y="371240"/>
                    <a:pt x="22098" y="386194"/>
                    <a:pt x="40481" y="386194"/>
                  </a:cubicBezTo>
                  <a:lnTo>
                    <a:pt x="352806" y="386194"/>
                  </a:lnTo>
                  <a:cubicBezTo>
                    <a:pt x="371189" y="386194"/>
                    <a:pt x="386144" y="371240"/>
                    <a:pt x="386144" y="352857"/>
                  </a:cubicBezTo>
                  <a:lnTo>
                    <a:pt x="386144" y="84918"/>
                  </a:lnTo>
                  <a:cubicBezTo>
                    <a:pt x="386144" y="66535"/>
                    <a:pt x="371285" y="51581"/>
                    <a:pt x="352806" y="51581"/>
                  </a:cubicBezTo>
                  <a:close/>
                  <a:moveTo>
                    <a:pt x="297371" y="40627"/>
                  </a:moveTo>
                  <a:cubicBezTo>
                    <a:pt x="297371" y="34055"/>
                    <a:pt x="303086" y="28816"/>
                    <a:pt x="309753" y="29578"/>
                  </a:cubicBezTo>
                  <a:cubicBezTo>
                    <a:pt x="315373" y="30245"/>
                    <a:pt x="319564" y="35198"/>
                    <a:pt x="319564" y="40913"/>
                  </a:cubicBezTo>
                  <a:lnTo>
                    <a:pt x="319564" y="84728"/>
                  </a:lnTo>
                  <a:cubicBezTo>
                    <a:pt x="319564" y="90443"/>
                    <a:pt x="315373" y="95396"/>
                    <a:pt x="309753" y="96063"/>
                  </a:cubicBezTo>
                  <a:cubicBezTo>
                    <a:pt x="303086" y="96825"/>
                    <a:pt x="297371" y="91586"/>
                    <a:pt x="297371" y="85014"/>
                  </a:cubicBezTo>
                  <a:lnTo>
                    <a:pt x="297371" y="40627"/>
                  </a:lnTo>
                  <a:close/>
                  <a:moveTo>
                    <a:pt x="186309" y="40627"/>
                  </a:moveTo>
                  <a:cubicBezTo>
                    <a:pt x="186309" y="34055"/>
                    <a:pt x="192024" y="28816"/>
                    <a:pt x="198691" y="29578"/>
                  </a:cubicBezTo>
                  <a:cubicBezTo>
                    <a:pt x="204311" y="30245"/>
                    <a:pt x="208502" y="35198"/>
                    <a:pt x="208502" y="40913"/>
                  </a:cubicBezTo>
                  <a:lnTo>
                    <a:pt x="208502" y="84728"/>
                  </a:lnTo>
                  <a:cubicBezTo>
                    <a:pt x="208502" y="90443"/>
                    <a:pt x="204311" y="95396"/>
                    <a:pt x="198691" y="96063"/>
                  </a:cubicBezTo>
                  <a:cubicBezTo>
                    <a:pt x="192024" y="96825"/>
                    <a:pt x="186309" y="91586"/>
                    <a:pt x="186309" y="85014"/>
                  </a:cubicBezTo>
                  <a:lnTo>
                    <a:pt x="186309" y="40627"/>
                  </a:lnTo>
                  <a:close/>
                  <a:moveTo>
                    <a:pt x="73819" y="40627"/>
                  </a:moveTo>
                  <a:cubicBezTo>
                    <a:pt x="73819" y="34055"/>
                    <a:pt x="79534" y="28816"/>
                    <a:pt x="86201" y="29578"/>
                  </a:cubicBezTo>
                  <a:cubicBezTo>
                    <a:pt x="91821" y="30245"/>
                    <a:pt x="96012" y="35198"/>
                    <a:pt x="96012" y="40913"/>
                  </a:cubicBezTo>
                  <a:lnTo>
                    <a:pt x="96012" y="84728"/>
                  </a:lnTo>
                  <a:cubicBezTo>
                    <a:pt x="96012" y="90443"/>
                    <a:pt x="91821" y="95396"/>
                    <a:pt x="86201" y="96063"/>
                  </a:cubicBezTo>
                  <a:cubicBezTo>
                    <a:pt x="79534" y="96825"/>
                    <a:pt x="73819" y="91586"/>
                    <a:pt x="73819" y="85014"/>
                  </a:cubicBezTo>
                  <a:lnTo>
                    <a:pt x="73819" y="40627"/>
                  </a:lnTo>
                  <a:close/>
                  <a:moveTo>
                    <a:pt x="352806" y="363906"/>
                  </a:moveTo>
                  <a:lnTo>
                    <a:pt x="40481" y="363906"/>
                  </a:lnTo>
                  <a:cubicBezTo>
                    <a:pt x="34385" y="363906"/>
                    <a:pt x="29337" y="358953"/>
                    <a:pt x="29337" y="352761"/>
                  </a:cubicBezTo>
                  <a:lnTo>
                    <a:pt x="29337" y="164071"/>
                  </a:lnTo>
                  <a:lnTo>
                    <a:pt x="363855" y="164071"/>
                  </a:lnTo>
                  <a:lnTo>
                    <a:pt x="363855" y="352761"/>
                  </a:lnTo>
                  <a:cubicBezTo>
                    <a:pt x="363950" y="358953"/>
                    <a:pt x="358997" y="363906"/>
                    <a:pt x="352806" y="363906"/>
                  </a:cubicBezTo>
                  <a:close/>
                  <a:moveTo>
                    <a:pt x="363950" y="141878"/>
                  </a:moveTo>
                  <a:lnTo>
                    <a:pt x="29432" y="141878"/>
                  </a:lnTo>
                  <a:lnTo>
                    <a:pt x="29432" y="84918"/>
                  </a:lnTo>
                  <a:cubicBezTo>
                    <a:pt x="29432" y="78822"/>
                    <a:pt x="34385" y="73774"/>
                    <a:pt x="40577" y="73774"/>
                  </a:cubicBezTo>
                  <a:lnTo>
                    <a:pt x="51721" y="73774"/>
                  </a:lnTo>
                  <a:lnTo>
                    <a:pt x="51721" y="84347"/>
                  </a:lnTo>
                  <a:cubicBezTo>
                    <a:pt x="51721" y="101682"/>
                    <a:pt x="65818" y="117208"/>
                    <a:pt x="83153" y="118161"/>
                  </a:cubicBezTo>
                  <a:cubicBezTo>
                    <a:pt x="102394" y="119208"/>
                    <a:pt x="118301" y="103873"/>
                    <a:pt x="118301" y="84918"/>
                  </a:cubicBezTo>
                  <a:lnTo>
                    <a:pt x="118301" y="73774"/>
                  </a:lnTo>
                  <a:lnTo>
                    <a:pt x="164211" y="73774"/>
                  </a:lnTo>
                  <a:lnTo>
                    <a:pt x="164211" y="84347"/>
                  </a:lnTo>
                  <a:cubicBezTo>
                    <a:pt x="164211" y="101682"/>
                    <a:pt x="178308" y="117208"/>
                    <a:pt x="195644" y="118161"/>
                  </a:cubicBezTo>
                  <a:cubicBezTo>
                    <a:pt x="214884" y="119208"/>
                    <a:pt x="230791" y="103873"/>
                    <a:pt x="230791" y="84918"/>
                  </a:cubicBezTo>
                  <a:lnTo>
                    <a:pt x="230791" y="73774"/>
                  </a:lnTo>
                  <a:lnTo>
                    <a:pt x="275177" y="73774"/>
                  </a:lnTo>
                  <a:lnTo>
                    <a:pt x="275177" y="84347"/>
                  </a:lnTo>
                  <a:cubicBezTo>
                    <a:pt x="275177" y="101682"/>
                    <a:pt x="289274" y="117208"/>
                    <a:pt x="306610" y="118161"/>
                  </a:cubicBezTo>
                  <a:cubicBezTo>
                    <a:pt x="325850" y="119208"/>
                    <a:pt x="341757" y="103873"/>
                    <a:pt x="341757" y="84918"/>
                  </a:cubicBezTo>
                  <a:lnTo>
                    <a:pt x="341757" y="73774"/>
                  </a:lnTo>
                  <a:lnTo>
                    <a:pt x="352901" y="73774"/>
                  </a:lnTo>
                  <a:cubicBezTo>
                    <a:pt x="358997" y="73774"/>
                    <a:pt x="364046" y="78727"/>
                    <a:pt x="364046" y="84918"/>
                  </a:cubicBezTo>
                  <a:lnTo>
                    <a:pt x="364046" y="14187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236" name="Google Shape;236;p42"/>
            <p:cNvSpPr/>
            <p:nvPr/>
          </p:nvSpPr>
          <p:spPr>
            <a:xfrm>
              <a:off x="3493285" y="1072038"/>
              <a:ext cx="295275" cy="161925"/>
            </a:xfrm>
            <a:custGeom>
              <a:rect b="b" l="l" r="r" t="t"/>
              <a:pathLst>
                <a:path extrusionOk="0" h="161925" w="295275">
                  <a:moveTo>
                    <a:pt x="286226" y="7144"/>
                  </a:moveTo>
                  <a:lnTo>
                    <a:pt x="18288" y="7144"/>
                  </a:lnTo>
                  <a:cubicBezTo>
                    <a:pt x="12192" y="7144"/>
                    <a:pt x="7144" y="12097"/>
                    <a:pt x="7144" y="18288"/>
                  </a:cubicBezTo>
                  <a:lnTo>
                    <a:pt x="7144" y="151543"/>
                  </a:lnTo>
                  <a:cubicBezTo>
                    <a:pt x="7144" y="157639"/>
                    <a:pt x="12097" y="162687"/>
                    <a:pt x="18288" y="162687"/>
                  </a:cubicBezTo>
                  <a:lnTo>
                    <a:pt x="286226" y="162687"/>
                  </a:lnTo>
                  <a:cubicBezTo>
                    <a:pt x="292322" y="162687"/>
                    <a:pt x="297371" y="157734"/>
                    <a:pt x="297371" y="151543"/>
                  </a:cubicBezTo>
                  <a:lnTo>
                    <a:pt x="297371" y="18288"/>
                  </a:lnTo>
                  <a:cubicBezTo>
                    <a:pt x="297371" y="12192"/>
                    <a:pt x="292417" y="7144"/>
                    <a:pt x="286226" y="7144"/>
                  </a:cubicBezTo>
                  <a:close/>
                  <a:moveTo>
                    <a:pt x="73819" y="140399"/>
                  </a:moveTo>
                  <a:lnTo>
                    <a:pt x="29432" y="140399"/>
                  </a:lnTo>
                  <a:lnTo>
                    <a:pt x="29432" y="96012"/>
                  </a:lnTo>
                  <a:lnTo>
                    <a:pt x="73819" y="96012"/>
                  </a:lnTo>
                  <a:lnTo>
                    <a:pt x="73819" y="140399"/>
                  </a:lnTo>
                  <a:close/>
                  <a:moveTo>
                    <a:pt x="73819" y="73819"/>
                  </a:moveTo>
                  <a:lnTo>
                    <a:pt x="29432" y="73819"/>
                  </a:lnTo>
                  <a:lnTo>
                    <a:pt x="29432" y="29432"/>
                  </a:lnTo>
                  <a:lnTo>
                    <a:pt x="73819" y="29432"/>
                  </a:lnTo>
                  <a:lnTo>
                    <a:pt x="73819" y="73819"/>
                  </a:lnTo>
                  <a:close/>
                  <a:moveTo>
                    <a:pt x="141922" y="140399"/>
                  </a:moveTo>
                  <a:lnTo>
                    <a:pt x="96012" y="140399"/>
                  </a:lnTo>
                  <a:lnTo>
                    <a:pt x="96012" y="96012"/>
                  </a:lnTo>
                  <a:lnTo>
                    <a:pt x="141922" y="96012"/>
                  </a:lnTo>
                  <a:lnTo>
                    <a:pt x="141922" y="140399"/>
                  </a:lnTo>
                  <a:close/>
                  <a:moveTo>
                    <a:pt x="141922" y="73819"/>
                  </a:moveTo>
                  <a:lnTo>
                    <a:pt x="96012" y="73819"/>
                  </a:lnTo>
                  <a:lnTo>
                    <a:pt x="96012" y="29432"/>
                  </a:lnTo>
                  <a:lnTo>
                    <a:pt x="141922" y="29432"/>
                  </a:lnTo>
                  <a:lnTo>
                    <a:pt x="141922" y="73819"/>
                  </a:lnTo>
                  <a:close/>
                  <a:moveTo>
                    <a:pt x="208502" y="140399"/>
                  </a:moveTo>
                  <a:lnTo>
                    <a:pt x="164116" y="140399"/>
                  </a:lnTo>
                  <a:lnTo>
                    <a:pt x="164116" y="96012"/>
                  </a:lnTo>
                  <a:lnTo>
                    <a:pt x="208502" y="96012"/>
                  </a:lnTo>
                  <a:lnTo>
                    <a:pt x="208502" y="140399"/>
                  </a:lnTo>
                  <a:close/>
                  <a:moveTo>
                    <a:pt x="208502" y="73819"/>
                  </a:moveTo>
                  <a:lnTo>
                    <a:pt x="164116" y="73819"/>
                  </a:lnTo>
                  <a:lnTo>
                    <a:pt x="164116" y="29432"/>
                  </a:lnTo>
                  <a:lnTo>
                    <a:pt x="208502" y="29432"/>
                  </a:lnTo>
                  <a:lnTo>
                    <a:pt x="208502" y="73819"/>
                  </a:lnTo>
                  <a:close/>
                  <a:moveTo>
                    <a:pt x="275177" y="140399"/>
                  </a:moveTo>
                  <a:lnTo>
                    <a:pt x="230791" y="140399"/>
                  </a:lnTo>
                  <a:lnTo>
                    <a:pt x="230791" y="96012"/>
                  </a:lnTo>
                  <a:lnTo>
                    <a:pt x="275177" y="96012"/>
                  </a:lnTo>
                  <a:lnTo>
                    <a:pt x="275177" y="140399"/>
                  </a:lnTo>
                  <a:close/>
                  <a:moveTo>
                    <a:pt x="275177" y="73819"/>
                  </a:moveTo>
                  <a:lnTo>
                    <a:pt x="230791" y="73819"/>
                  </a:lnTo>
                  <a:lnTo>
                    <a:pt x="230791" y="29432"/>
                  </a:lnTo>
                  <a:lnTo>
                    <a:pt x="275177" y="29432"/>
                  </a:lnTo>
                  <a:lnTo>
                    <a:pt x="275177" y="73819"/>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sp>
        <p:nvSpPr>
          <p:cNvPr id="237" name="Google Shape;237;p42"/>
          <p:cNvSpPr txBox="1"/>
          <p:nvPr/>
        </p:nvSpPr>
        <p:spPr>
          <a:xfrm>
            <a:off x="2239564" y="3252049"/>
            <a:ext cx="1284516" cy="71558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100">
                <a:solidFill>
                  <a:schemeClr val="lt1"/>
                </a:solidFill>
                <a:latin typeface="Poppins Light"/>
                <a:ea typeface="Poppins Light"/>
                <a:cs typeface="Poppins Light"/>
                <a:sym typeface="Poppins Light"/>
              </a:rPr>
              <a:t>Lorem ipsum dolor sit amet, consectetur adipiscing elit</a:t>
            </a:r>
            <a:endParaRPr sz="1100">
              <a:solidFill>
                <a:schemeClr val="lt1"/>
              </a:solidFill>
              <a:latin typeface="Poppins Light"/>
              <a:ea typeface="Poppins Light"/>
              <a:cs typeface="Poppins Light"/>
              <a:sym typeface="Poppins Light"/>
            </a:endParaRPr>
          </a:p>
        </p:txBody>
      </p:sp>
      <p:sp>
        <p:nvSpPr>
          <p:cNvPr id="238" name="Google Shape;238;p42"/>
          <p:cNvSpPr/>
          <p:nvPr/>
        </p:nvSpPr>
        <p:spPr>
          <a:xfrm>
            <a:off x="4001636" y="2524626"/>
            <a:ext cx="433729" cy="433728"/>
          </a:xfrm>
          <a:custGeom>
            <a:rect b="b" l="l" r="r" t="t"/>
            <a:pathLst>
              <a:path extrusionOk="0" h="390525" w="390525">
                <a:moveTo>
                  <a:pt x="384806" y="81802"/>
                </a:moveTo>
                <a:cubicBezTo>
                  <a:pt x="383091" y="77516"/>
                  <a:pt x="378900" y="74754"/>
                  <a:pt x="374328" y="74754"/>
                </a:cubicBezTo>
                <a:lnTo>
                  <a:pt x="318036" y="74754"/>
                </a:lnTo>
                <a:lnTo>
                  <a:pt x="318036" y="18461"/>
                </a:lnTo>
                <a:cubicBezTo>
                  <a:pt x="318036" y="13889"/>
                  <a:pt x="315273" y="9698"/>
                  <a:pt x="310987" y="7983"/>
                </a:cubicBezTo>
                <a:cubicBezTo>
                  <a:pt x="306701" y="6269"/>
                  <a:pt x="301843" y="7221"/>
                  <a:pt x="298604" y="10460"/>
                </a:cubicBezTo>
                <a:lnTo>
                  <a:pt x="260886" y="48179"/>
                </a:lnTo>
                <a:cubicBezTo>
                  <a:pt x="229739" y="33320"/>
                  <a:pt x="194211" y="27796"/>
                  <a:pt x="159920" y="32653"/>
                </a:cubicBezTo>
                <a:cubicBezTo>
                  <a:pt x="111438" y="39416"/>
                  <a:pt x="68671" y="65229"/>
                  <a:pt x="39144" y="106472"/>
                </a:cubicBezTo>
                <a:cubicBezTo>
                  <a:pt x="24951" y="126284"/>
                  <a:pt x="15140" y="148954"/>
                  <a:pt x="10569" y="172957"/>
                </a:cubicBezTo>
                <a:cubicBezTo>
                  <a:pt x="-1052" y="233154"/>
                  <a:pt x="17331" y="292019"/>
                  <a:pt x="59146" y="333739"/>
                </a:cubicBezTo>
                <a:cubicBezTo>
                  <a:pt x="92674" y="367267"/>
                  <a:pt x="137156" y="385650"/>
                  <a:pt x="184590" y="385650"/>
                </a:cubicBezTo>
                <a:lnTo>
                  <a:pt x="184590" y="385650"/>
                </a:lnTo>
                <a:cubicBezTo>
                  <a:pt x="231929" y="385650"/>
                  <a:pt x="276506" y="367171"/>
                  <a:pt x="310035" y="333739"/>
                </a:cubicBezTo>
                <a:cubicBezTo>
                  <a:pt x="337562" y="306211"/>
                  <a:pt x="354897" y="271350"/>
                  <a:pt x="360231" y="232964"/>
                </a:cubicBezTo>
                <a:cubicBezTo>
                  <a:pt x="364994" y="198579"/>
                  <a:pt x="359469" y="163050"/>
                  <a:pt x="344705" y="131904"/>
                </a:cubicBezTo>
                <a:lnTo>
                  <a:pt x="382424" y="94185"/>
                </a:lnTo>
                <a:cubicBezTo>
                  <a:pt x="385568" y="90946"/>
                  <a:pt x="386520" y="86089"/>
                  <a:pt x="384806" y="81802"/>
                </a:cubicBezTo>
                <a:close/>
                <a:moveTo>
                  <a:pt x="203259" y="226963"/>
                </a:moveTo>
                <a:cubicBezTo>
                  <a:pt x="198211" y="232012"/>
                  <a:pt x="191544" y="234774"/>
                  <a:pt x="184400" y="234774"/>
                </a:cubicBezTo>
                <a:cubicBezTo>
                  <a:pt x="177256" y="234774"/>
                  <a:pt x="170588" y="232012"/>
                  <a:pt x="165540" y="226963"/>
                </a:cubicBezTo>
                <a:cubicBezTo>
                  <a:pt x="160492" y="221915"/>
                  <a:pt x="157730" y="215248"/>
                  <a:pt x="157730" y="208104"/>
                </a:cubicBezTo>
                <a:cubicBezTo>
                  <a:pt x="157730" y="200960"/>
                  <a:pt x="160492" y="194292"/>
                  <a:pt x="165540" y="189244"/>
                </a:cubicBezTo>
                <a:cubicBezTo>
                  <a:pt x="170779" y="184006"/>
                  <a:pt x="177542" y="181434"/>
                  <a:pt x="184400" y="181434"/>
                </a:cubicBezTo>
                <a:cubicBezTo>
                  <a:pt x="187448" y="181434"/>
                  <a:pt x="190496" y="182005"/>
                  <a:pt x="193448" y="183053"/>
                </a:cubicBezTo>
                <a:lnTo>
                  <a:pt x="176399" y="200103"/>
                </a:lnTo>
                <a:cubicBezTo>
                  <a:pt x="172017" y="204484"/>
                  <a:pt x="172017" y="211723"/>
                  <a:pt x="176399" y="216105"/>
                </a:cubicBezTo>
                <a:cubicBezTo>
                  <a:pt x="178589" y="218296"/>
                  <a:pt x="181542" y="219439"/>
                  <a:pt x="184400" y="219439"/>
                </a:cubicBezTo>
                <a:cubicBezTo>
                  <a:pt x="187257" y="219439"/>
                  <a:pt x="190210" y="218296"/>
                  <a:pt x="192401" y="216105"/>
                </a:cubicBezTo>
                <a:lnTo>
                  <a:pt x="209451" y="199055"/>
                </a:lnTo>
                <a:cubicBezTo>
                  <a:pt x="212879" y="208485"/>
                  <a:pt x="210784" y="219439"/>
                  <a:pt x="203259" y="226963"/>
                </a:cubicBezTo>
                <a:close/>
                <a:moveTo>
                  <a:pt x="210308" y="166194"/>
                </a:moveTo>
                <a:cubicBezTo>
                  <a:pt x="191258" y="154478"/>
                  <a:pt x="165921" y="156764"/>
                  <a:pt x="149443" y="173242"/>
                </a:cubicBezTo>
                <a:cubicBezTo>
                  <a:pt x="140109" y="182577"/>
                  <a:pt x="134965" y="194959"/>
                  <a:pt x="134965" y="208104"/>
                </a:cubicBezTo>
                <a:cubicBezTo>
                  <a:pt x="134965" y="221248"/>
                  <a:pt x="140109" y="233631"/>
                  <a:pt x="149443" y="242965"/>
                </a:cubicBezTo>
                <a:cubicBezTo>
                  <a:pt x="158778" y="252300"/>
                  <a:pt x="171160" y="257443"/>
                  <a:pt x="184304" y="257443"/>
                </a:cubicBezTo>
                <a:cubicBezTo>
                  <a:pt x="197449" y="257443"/>
                  <a:pt x="209831" y="252300"/>
                  <a:pt x="219166" y="242965"/>
                </a:cubicBezTo>
                <a:cubicBezTo>
                  <a:pt x="235644" y="226487"/>
                  <a:pt x="238026" y="201150"/>
                  <a:pt x="226214" y="182100"/>
                </a:cubicBezTo>
                <a:lnTo>
                  <a:pt x="256218" y="152097"/>
                </a:lnTo>
                <a:cubicBezTo>
                  <a:pt x="284031" y="187815"/>
                  <a:pt x="281555" y="239727"/>
                  <a:pt x="248694" y="272588"/>
                </a:cubicBezTo>
                <a:cubicBezTo>
                  <a:pt x="213165" y="308116"/>
                  <a:pt x="155253" y="308116"/>
                  <a:pt x="119725" y="272588"/>
                </a:cubicBezTo>
                <a:cubicBezTo>
                  <a:pt x="84197" y="237060"/>
                  <a:pt x="84197" y="179148"/>
                  <a:pt x="119725" y="143619"/>
                </a:cubicBezTo>
                <a:cubicBezTo>
                  <a:pt x="137537" y="125808"/>
                  <a:pt x="160873" y="116950"/>
                  <a:pt x="184209" y="116950"/>
                </a:cubicBezTo>
                <a:cubicBezTo>
                  <a:pt x="204021" y="116950"/>
                  <a:pt x="223738" y="123331"/>
                  <a:pt x="240216" y="136095"/>
                </a:cubicBezTo>
                <a:lnTo>
                  <a:pt x="210308" y="166194"/>
                </a:lnTo>
                <a:close/>
                <a:moveTo>
                  <a:pt x="293556" y="317737"/>
                </a:moveTo>
                <a:cubicBezTo>
                  <a:pt x="233263" y="378030"/>
                  <a:pt x="135251" y="378030"/>
                  <a:pt x="75053" y="317737"/>
                </a:cubicBezTo>
                <a:cubicBezTo>
                  <a:pt x="14760" y="257443"/>
                  <a:pt x="14760" y="159431"/>
                  <a:pt x="75053" y="99233"/>
                </a:cubicBezTo>
                <a:cubicBezTo>
                  <a:pt x="104580" y="69706"/>
                  <a:pt x="144490" y="54180"/>
                  <a:pt x="184781" y="54180"/>
                </a:cubicBezTo>
                <a:cubicBezTo>
                  <a:pt x="205450" y="54180"/>
                  <a:pt x="226214" y="58275"/>
                  <a:pt x="245645" y="66658"/>
                </a:cubicBezTo>
                <a:cubicBezTo>
                  <a:pt x="245645" y="66848"/>
                  <a:pt x="245645" y="66943"/>
                  <a:pt x="245550" y="67134"/>
                </a:cubicBezTo>
                <a:cubicBezTo>
                  <a:pt x="245550" y="67229"/>
                  <a:pt x="245550" y="67324"/>
                  <a:pt x="245550" y="67419"/>
                </a:cubicBezTo>
                <a:cubicBezTo>
                  <a:pt x="245550" y="67800"/>
                  <a:pt x="245455" y="68086"/>
                  <a:pt x="245455" y="68467"/>
                </a:cubicBezTo>
                <a:lnTo>
                  <a:pt x="245455" y="112473"/>
                </a:lnTo>
                <a:cubicBezTo>
                  <a:pt x="201449" y="84469"/>
                  <a:pt x="142204" y="89613"/>
                  <a:pt x="103818" y="127998"/>
                </a:cubicBezTo>
                <a:cubicBezTo>
                  <a:pt x="59432" y="172385"/>
                  <a:pt x="59432" y="244680"/>
                  <a:pt x="103818" y="289066"/>
                </a:cubicBezTo>
                <a:cubicBezTo>
                  <a:pt x="126012" y="311260"/>
                  <a:pt x="155158" y="322404"/>
                  <a:pt x="184304" y="322404"/>
                </a:cubicBezTo>
                <a:cubicBezTo>
                  <a:pt x="213451" y="322404"/>
                  <a:pt x="242597" y="311260"/>
                  <a:pt x="264791" y="289066"/>
                </a:cubicBezTo>
                <a:cubicBezTo>
                  <a:pt x="303177" y="250681"/>
                  <a:pt x="308415" y="191435"/>
                  <a:pt x="280317" y="147429"/>
                </a:cubicBezTo>
                <a:lnTo>
                  <a:pt x="324322" y="147429"/>
                </a:lnTo>
                <a:cubicBezTo>
                  <a:pt x="324703" y="147429"/>
                  <a:pt x="324989" y="147429"/>
                  <a:pt x="325370" y="147334"/>
                </a:cubicBezTo>
                <a:cubicBezTo>
                  <a:pt x="325465" y="147334"/>
                  <a:pt x="325560" y="147334"/>
                  <a:pt x="325655" y="147334"/>
                </a:cubicBezTo>
                <a:cubicBezTo>
                  <a:pt x="325846" y="147334"/>
                  <a:pt x="325941" y="147334"/>
                  <a:pt x="326132" y="147239"/>
                </a:cubicBezTo>
                <a:cubicBezTo>
                  <a:pt x="350897" y="204579"/>
                  <a:pt x="338324" y="273064"/>
                  <a:pt x="293556" y="317737"/>
                </a:cubicBezTo>
                <a:close/>
                <a:moveTo>
                  <a:pt x="319560" y="124379"/>
                </a:moveTo>
                <a:lnTo>
                  <a:pt x="268410" y="124379"/>
                </a:lnTo>
                <a:lnTo>
                  <a:pt x="268410" y="73325"/>
                </a:lnTo>
                <a:lnTo>
                  <a:pt x="295080" y="46655"/>
                </a:lnTo>
                <a:lnTo>
                  <a:pt x="295080" y="86469"/>
                </a:lnTo>
                <a:cubicBezTo>
                  <a:pt x="295080" y="92661"/>
                  <a:pt x="300129" y="97709"/>
                  <a:pt x="306320" y="97709"/>
                </a:cubicBezTo>
                <a:lnTo>
                  <a:pt x="346229" y="97709"/>
                </a:lnTo>
                <a:lnTo>
                  <a:pt x="319560" y="124379"/>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239" name="Google Shape;239;p42"/>
          <p:cNvSpPr txBox="1"/>
          <p:nvPr/>
        </p:nvSpPr>
        <p:spPr>
          <a:xfrm>
            <a:off x="3576242" y="3252049"/>
            <a:ext cx="1284516" cy="71558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100">
                <a:solidFill>
                  <a:schemeClr val="lt1"/>
                </a:solidFill>
                <a:latin typeface="Poppins Light"/>
                <a:ea typeface="Poppins Light"/>
                <a:cs typeface="Poppins Light"/>
                <a:sym typeface="Poppins Light"/>
              </a:rPr>
              <a:t>Lorem ipsum dolor sit amet, consectetur adipiscing elit</a:t>
            </a:r>
            <a:endParaRPr sz="1100">
              <a:solidFill>
                <a:schemeClr val="lt1"/>
              </a:solidFill>
              <a:latin typeface="Poppins Light"/>
              <a:ea typeface="Poppins Light"/>
              <a:cs typeface="Poppins Light"/>
              <a:sym typeface="Poppins Light"/>
            </a:endParaRPr>
          </a:p>
        </p:txBody>
      </p:sp>
      <p:grpSp>
        <p:nvGrpSpPr>
          <p:cNvPr id="240" name="Google Shape;240;p42"/>
          <p:cNvGrpSpPr/>
          <p:nvPr/>
        </p:nvGrpSpPr>
        <p:grpSpPr>
          <a:xfrm>
            <a:off x="1328280" y="2512519"/>
            <a:ext cx="433730" cy="433728"/>
            <a:chOff x="2112922" y="1570386"/>
            <a:chExt cx="390525" cy="390525"/>
          </a:xfrm>
        </p:grpSpPr>
        <p:sp>
          <p:nvSpPr>
            <p:cNvPr id="241" name="Google Shape;241;p42"/>
            <p:cNvSpPr/>
            <p:nvPr/>
          </p:nvSpPr>
          <p:spPr>
            <a:xfrm>
              <a:off x="2158213" y="1615725"/>
              <a:ext cx="209550" cy="161925"/>
            </a:xfrm>
            <a:custGeom>
              <a:rect b="b" l="l" r="r" t="t"/>
              <a:pathLst>
                <a:path extrusionOk="0" h="161925" w="209550">
                  <a:moveTo>
                    <a:pt x="26051" y="159163"/>
                  </a:moveTo>
                  <a:lnTo>
                    <a:pt x="84820" y="100394"/>
                  </a:lnTo>
                  <a:lnTo>
                    <a:pt x="99203" y="114776"/>
                  </a:lnTo>
                  <a:cubicBezTo>
                    <a:pt x="103584" y="119158"/>
                    <a:pt x="110538" y="119158"/>
                    <a:pt x="114919" y="114776"/>
                  </a:cubicBezTo>
                  <a:lnTo>
                    <a:pt x="184737" y="44958"/>
                  </a:lnTo>
                  <a:lnTo>
                    <a:pt x="184737" y="62579"/>
                  </a:lnTo>
                  <a:cubicBezTo>
                    <a:pt x="184737" y="68675"/>
                    <a:pt x="189690" y="73724"/>
                    <a:pt x="195882" y="73724"/>
                  </a:cubicBezTo>
                  <a:cubicBezTo>
                    <a:pt x="202073" y="73724"/>
                    <a:pt x="207026" y="68771"/>
                    <a:pt x="207026" y="62579"/>
                  </a:cubicBezTo>
                  <a:lnTo>
                    <a:pt x="207026" y="18193"/>
                  </a:lnTo>
                  <a:cubicBezTo>
                    <a:pt x="207026" y="18193"/>
                    <a:pt x="207026" y="18193"/>
                    <a:pt x="207026" y="18193"/>
                  </a:cubicBezTo>
                  <a:cubicBezTo>
                    <a:pt x="207026" y="12192"/>
                    <a:pt x="202073" y="7144"/>
                    <a:pt x="195882" y="7144"/>
                  </a:cubicBezTo>
                  <a:lnTo>
                    <a:pt x="151495" y="7144"/>
                  </a:lnTo>
                  <a:cubicBezTo>
                    <a:pt x="145399" y="7144"/>
                    <a:pt x="140351" y="12097"/>
                    <a:pt x="140351" y="18288"/>
                  </a:cubicBezTo>
                  <a:cubicBezTo>
                    <a:pt x="140351" y="24384"/>
                    <a:pt x="145304" y="29432"/>
                    <a:pt x="151495" y="29432"/>
                  </a:cubicBezTo>
                  <a:lnTo>
                    <a:pt x="169116" y="29432"/>
                  </a:lnTo>
                  <a:lnTo>
                    <a:pt x="107109" y="91440"/>
                  </a:lnTo>
                  <a:lnTo>
                    <a:pt x="92726" y="77057"/>
                  </a:lnTo>
                  <a:cubicBezTo>
                    <a:pt x="88344" y="72676"/>
                    <a:pt x="81391" y="72676"/>
                    <a:pt x="77010" y="77057"/>
                  </a:cubicBezTo>
                  <a:lnTo>
                    <a:pt x="10430" y="143637"/>
                  </a:lnTo>
                  <a:cubicBezTo>
                    <a:pt x="6048" y="148019"/>
                    <a:pt x="6048" y="154972"/>
                    <a:pt x="10430" y="159353"/>
                  </a:cubicBezTo>
                  <a:cubicBezTo>
                    <a:pt x="14716" y="163449"/>
                    <a:pt x="21669" y="163449"/>
                    <a:pt x="26051" y="159163"/>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242" name="Google Shape;242;p42"/>
            <p:cNvSpPr/>
            <p:nvPr/>
          </p:nvSpPr>
          <p:spPr>
            <a:xfrm>
              <a:off x="2158070" y="1815369"/>
              <a:ext cx="95250" cy="95250"/>
            </a:xfrm>
            <a:custGeom>
              <a:rect b="b" l="l" r="r" t="t"/>
              <a:pathLst>
                <a:path extrusionOk="0" h="95250" w="95250">
                  <a:moveTo>
                    <a:pt x="18288" y="96012"/>
                  </a:moveTo>
                  <a:lnTo>
                    <a:pt x="84868" y="96012"/>
                  </a:lnTo>
                  <a:cubicBezTo>
                    <a:pt x="90964" y="96012"/>
                    <a:pt x="96012" y="91059"/>
                    <a:pt x="96012" y="84868"/>
                  </a:cubicBezTo>
                  <a:lnTo>
                    <a:pt x="96012" y="18288"/>
                  </a:lnTo>
                  <a:cubicBezTo>
                    <a:pt x="96012" y="12192"/>
                    <a:pt x="91059" y="7144"/>
                    <a:pt x="84868" y="7144"/>
                  </a:cubicBezTo>
                  <a:lnTo>
                    <a:pt x="18288" y="7144"/>
                  </a:lnTo>
                  <a:cubicBezTo>
                    <a:pt x="12192" y="7144"/>
                    <a:pt x="7144" y="12097"/>
                    <a:pt x="7144" y="18288"/>
                  </a:cubicBezTo>
                  <a:lnTo>
                    <a:pt x="7144" y="84868"/>
                  </a:lnTo>
                  <a:cubicBezTo>
                    <a:pt x="7239" y="90964"/>
                    <a:pt x="12192" y="96012"/>
                    <a:pt x="18288" y="96012"/>
                  </a:cubicBezTo>
                  <a:close/>
                  <a:moveTo>
                    <a:pt x="29432" y="29337"/>
                  </a:moveTo>
                  <a:lnTo>
                    <a:pt x="73819" y="29337"/>
                  </a:lnTo>
                  <a:lnTo>
                    <a:pt x="73819" y="73724"/>
                  </a:lnTo>
                  <a:lnTo>
                    <a:pt x="29432" y="73724"/>
                  </a:lnTo>
                  <a:lnTo>
                    <a:pt x="29432" y="29337"/>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243" name="Google Shape;243;p42"/>
            <p:cNvSpPr/>
            <p:nvPr/>
          </p:nvSpPr>
          <p:spPr>
            <a:xfrm>
              <a:off x="2269132" y="1748789"/>
              <a:ext cx="95250" cy="161925"/>
            </a:xfrm>
            <a:custGeom>
              <a:rect b="b" l="l" r="r" t="t"/>
              <a:pathLst>
                <a:path extrusionOk="0" h="161925" w="95250">
                  <a:moveTo>
                    <a:pt x="84868" y="7144"/>
                  </a:moveTo>
                  <a:lnTo>
                    <a:pt x="18288" y="7144"/>
                  </a:lnTo>
                  <a:cubicBezTo>
                    <a:pt x="12192" y="7144"/>
                    <a:pt x="7144" y="12097"/>
                    <a:pt x="7144" y="18288"/>
                  </a:cubicBezTo>
                  <a:lnTo>
                    <a:pt x="7144" y="151448"/>
                  </a:lnTo>
                  <a:cubicBezTo>
                    <a:pt x="7144" y="157544"/>
                    <a:pt x="12097" y="162592"/>
                    <a:pt x="18288" y="162592"/>
                  </a:cubicBezTo>
                  <a:lnTo>
                    <a:pt x="84868" y="162592"/>
                  </a:lnTo>
                  <a:cubicBezTo>
                    <a:pt x="90964" y="162592"/>
                    <a:pt x="96012" y="157639"/>
                    <a:pt x="96012" y="151448"/>
                  </a:cubicBezTo>
                  <a:lnTo>
                    <a:pt x="96012" y="18193"/>
                  </a:lnTo>
                  <a:cubicBezTo>
                    <a:pt x="96012" y="12097"/>
                    <a:pt x="91059" y="7144"/>
                    <a:pt x="84868" y="7144"/>
                  </a:cubicBezTo>
                  <a:close/>
                  <a:moveTo>
                    <a:pt x="73819" y="140398"/>
                  </a:moveTo>
                  <a:lnTo>
                    <a:pt x="29432" y="140398"/>
                  </a:lnTo>
                  <a:lnTo>
                    <a:pt x="29432" y="29337"/>
                  </a:lnTo>
                  <a:lnTo>
                    <a:pt x="73819" y="29337"/>
                  </a:lnTo>
                  <a:lnTo>
                    <a:pt x="73819" y="14039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244" name="Google Shape;244;p42"/>
            <p:cNvSpPr/>
            <p:nvPr/>
          </p:nvSpPr>
          <p:spPr>
            <a:xfrm>
              <a:off x="2358126" y="1615630"/>
              <a:ext cx="142875" cy="295275"/>
            </a:xfrm>
            <a:custGeom>
              <a:rect b="b" l="l" r="r" t="t"/>
              <a:pathLst>
                <a:path extrusionOk="0" h="295275" w="142875">
                  <a:moveTo>
                    <a:pt x="18067" y="118110"/>
                  </a:moveTo>
                  <a:lnTo>
                    <a:pt x="29211" y="118110"/>
                  </a:lnTo>
                  <a:lnTo>
                    <a:pt x="29211" y="284607"/>
                  </a:lnTo>
                  <a:cubicBezTo>
                    <a:pt x="29211" y="290703"/>
                    <a:pt x="34164" y="295751"/>
                    <a:pt x="40355" y="295751"/>
                  </a:cubicBezTo>
                  <a:lnTo>
                    <a:pt x="107697" y="295751"/>
                  </a:lnTo>
                  <a:cubicBezTo>
                    <a:pt x="113793" y="295751"/>
                    <a:pt x="118841" y="290798"/>
                    <a:pt x="118841" y="284607"/>
                  </a:cubicBezTo>
                  <a:lnTo>
                    <a:pt x="118841" y="118110"/>
                  </a:lnTo>
                  <a:lnTo>
                    <a:pt x="129986" y="118110"/>
                  </a:lnTo>
                  <a:cubicBezTo>
                    <a:pt x="133986" y="118110"/>
                    <a:pt x="137796" y="115919"/>
                    <a:pt x="139701" y="112395"/>
                  </a:cubicBezTo>
                  <a:cubicBezTo>
                    <a:pt x="141606" y="108871"/>
                    <a:pt x="141511" y="104489"/>
                    <a:pt x="139320" y="101060"/>
                  </a:cubicBezTo>
                  <a:lnTo>
                    <a:pt x="83027" y="12287"/>
                  </a:lnTo>
                  <a:cubicBezTo>
                    <a:pt x="81027" y="9049"/>
                    <a:pt x="77408" y="7144"/>
                    <a:pt x="73693" y="7144"/>
                  </a:cubicBezTo>
                  <a:cubicBezTo>
                    <a:pt x="73693" y="7144"/>
                    <a:pt x="73693" y="7144"/>
                    <a:pt x="73693" y="7144"/>
                  </a:cubicBezTo>
                  <a:cubicBezTo>
                    <a:pt x="69883" y="7144"/>
                    <a:pt x="66359" y="9144"/>
                    <a:pt x="64359" y="12382"/>
                  </a:cubicBezTo>
                  <a:lnTo>
                    <a:pt x="8828" y="101155"/>
                  </a:lnTo>
                  <a:cubicBezTo>
                    <a:pt x="6732" y="104584"/>
                    <a:pt x="6542" y="108871"/>
                    <a:pt x="8542" y="112395"/>
                  </a:cubicBezTo>
                  <a:cubicBezTo>
                    <a:pt x="10352" y="115919"/>
                    <a:pt x="14066" y="118110"/>
                    <a:pt x="18067" y="118110"/>
                  </a:cubicBezTo>
                  <a:close/>
                  <a:moveTo>
                    <a:pt x="73693" y="39052"/>
                  </a:moveTo>
                  <a:lnTo>
                    <a:pt x="109697" y="95917"/>
                  </a:lnTo>
                  <a:lnTo>
                    <a:pt x="107697" y="95917"/>
                  </a:lnTo>
                  <a:cubicBezTo>
                    <a:pt x="101601" y="95917"/>
                    <a:pt x="96553" y="100870"/>
                    <a:pt x="96553" y="107061"/>
                  </a:cubicBezTo>
                  <a:lnTo>
                    <a:pt x="96553" y="273558"/>
                  </a:lnTo>
                  <a:lnTo>
                    <a:pt x="51405" y="273558"/>
                  </a:lnTo>
                  <a:lnTo>
                    <a:pt x="51405" y="106966"/>
                  </a:lnTo>
                  <a:cubicBezTo>
                    <a:pt x="51405" y="100870"/>
                    <a:pt x="46451" y="95821"/>
                    <a:pt x="40260" y="95821"/>
                  </a:cubicBezTo>
                  <a:lnTo>
                    <a:pt x="38069" y="95821"/>
                  </a:lnTo>
                  <a:lnTo>
                    <a:pt x="73693" y="3905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245" name="Google Shape;245;p42"/>
            <p:cNvSpPr/>
            <p:nvPr/>
          </p:nvSpPr>
          <p:spPr>
            <a:xfrm>
              <a:off x="2112922" y="1570386"/>
              <a:ext cx="390525" cy="390525"/>
            </a:xfrm>
            <a:custGeom>
              <a:rect b="b" l="l" r="r" t="t"/>
              <a:pathLst>
                <a:path extrusionOk="0" h="390525" w="390525">
                  <a:moveTo>
                    <a:pt x="375094" y="363950"/>
                  </a:moveTo>
                  <a:lnTo>
                    <a:pt x="29432" y="363950"/>
                  </a:lnTo>
                  <a:lnTo>
                    <a:pt x="29432" y="18288"/>
                  </a:lnTo>
                  <a:cubicBezTo>
                    <a:pt x="29432" y="12192"/>
                    <a:pt x="24479" y="7144"/>
                    <a:pt x="18288" y="7144"/>
                  </a:cubicBezTo>
                  <a:cubicBezTo>
                    <a:pt x="12097" y="7144"/>
                    <a:pt x="7144" y="12097"/>
                    <a:pt x="7144" y="18288"/>
                  </a:cubicBezTo>
                  <a:lnTo>
                    <a:pt x="7144" y="374999"/>
                  </a:lnTo>
                  <a:cubicBezTo>
                    <a:pt x="7144" y="381095"/>
                    <a:pt x="12097" y="386144"/>
                    <a:pt x="18288" y="386144"/>
                  </a:cubicBezTo>
                  <a:lnTo>
                    <a:pt x="374999" y="386144"/>
                  </a:lnTo>
                  <a:cubicBezTo>
                    <a:pt x="381095" y="386144"/>
                    <a:pt x="386143" y="381190"/>
                    <a:pt x="386143" y="374999"/>
                  </a:cubicBezTo>
                  <a:cubicBezTo>
                    <a:pt x="386143" y="368903"/>
                    <a:pt x="381190" y="363950"/>
                    <a:pt x="375094" y="36395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sp>
        <p:nvSpPr>
          <p:cNvPr id="246" name="Google Shape;246;p42"/>
          <p:cNvSpPr txBox="1"/>
          <p:nvPr/>
        </p:nvSpPr>
        <p:spPr>
          <a:xfrm>
            <a:off x="902886" y="3252049"/>
            <a:ext cx="1284516" cy="71558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100">
                <a:solidFill>
                  <a:schemeClr val="lt1"/>
                </a:solidFill>
                <a:latin typeface="Poppins Light"/>
                <a:ea typeface="Poppins Light"/>
                <a:cs typeface="Poppins Light"/>
                <a:sym typeface="Poppins Light"/>
              </a:rPr>
              <a:t>Lorem ipsum dolor sit amet, consectetur adipiscing elit</a:t>
            </a:r>
            <a:endParaRPr sz="1100">
              <a:solidFill>
                <a:schemeClr val="lt1"/>
              </a:solidFill>
              <a:latin typeface="Poppins Light"/>
              <a:ea typeface="Poppins Light"/>
              <a:cs typeface="Poppins Light"/>
              <a:sym typeface="Poppins Light"/>
            </a:endParaRPr>
          </a:p>
        </p:txBody>
      </p:sp>
      <p:sp>
        <p:nvSpPr>
          <p:cNvPr id="247" name="Google Shape;247;p42"/>
          <p:cNvSpPr/>
          <p:nvPr>
            <p:ph idx="2" type="pic"/>
          </p:nvPr>
        </p:nvSpPr>
        <p:spPr>
          <a:xfrm>
            <a:off x="5421086" y="916166"/>
            <a:ext cx="2670817" cy="3311168"/>
          </a:xfrm>
          <a:prstGeom prst="rect">
            <a:avLst/>
          </a:prstGeom>
          <a:solidFill>
            <a:srgbClr val="F2F2F2"/>
          </a:solid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3"/>
          <p:cNvSpPr txBox="1"/>
          <p:nvPr/>
        </p:nvSpPr>
        <p:spPr>
          <a:xfrm>
            <a:off x="593952" y="3264483"/>
            <a:ext cx="1855334" cy="53091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ko" sz="1500">
                <a:solidFill>
                  <a:schemeClr val="lt1"/>
                </a:solidFill>
                <a:latin typeface="Poppins SemiBold"/>
                <a:ea typeface="Poppins SemiBold"/>
                <a:cs typeface="Poppins SemiBold"/>
                <a:sym typeface="Poppins SemiBold"/>
              </a:rPr>
              <a:t>Lorem ipsum dolor sit amet</a:t>
            </a:r>
            <a:endParaRPr i="1" sz="1500">
              <a:solidFill>
                <a:schemeClr val="lt1"/>
              </a:solidFill>
              <a:latin typeface="Poppins SemiBold"/>
              <a:ea typeface="Poppins SemiBold"/>
              <a:cs typeface="Poppins SemiBold"/>
              <a:sym typeface="Poppins SemiBold"/>
            </a:endParaRPr>
          </a:p>
        </p:txBody>
      </p:sp>
      <p:sp>
        <p:nvSpPr>
          <p:cNvPr id="253" name="Google Shape;253;p43"/>
          <p:cNvSpPr/>
          <p:nvPr/>
        </p:nvSpPr>
        <p:spPr>
          <a:xfrm>
            <a:off x="833071" y="2042318"/>
            <a:ext cx="1377093" cy="346249"/>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ko" sz="1800">
                <a:solidFill>
                  <a:schemeClr val="lt1"/>
                </a:solidFill>
                <a:latin typeface="Poppins Light"/>
                <a:ea typeface="Poppins Light"/>
                <a:cs typeface="Poppins Light"/>
                <a:sym typeface="Poppins Light"/>
              </a:rPr>
              <a:t>20xx</a:t>
            </a:r>
            <a:endParaRPr sz="1100"/>
          </a:p>
        </p:txBody>
      </p:sp>
      <p:sp>
        <p:nvSpPr>
          <p:cNvPr id="254" name="Google Shape;254;p43"/>
          <p:cNvSpPr txBox="1"/>
          <p:nvPr/>
        </p:nvSpPr>
        <p:spPr>
          <a:xfrm>
            <a:off x="2627540" y="3264483"/>
            <a:ext cx="1855333" cy="53091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ko" sz="1500">
                <a:solidFill>
                  <a:schemeClr val="lt1"/>
                </a:solidFill>
                <a:latin typeface="Poppins SemiBold"/>
                <a:ea typeface="Poppins SemiBold"/>
                <a:cs typeface="Poppins SemiBold"/>
                <a:sym typeface="Poppins SemiBold"/>
              </a:rPr>
              <a:t>Consectetur adipisicing elit</a:t>
            </a:r>
            <a:endParaRPr i="1" sz="1500">
              <a:solidFill>
                <a:schemeClr val="lt1"/>
              </a:solidFill>
              <a:latin typeface="Poppins SemiBold"/>
              <a:ea typeface="Poppins SemiBold"/>
              <a:cs typeface="Poppins SemiBold"/>
              <a:sym typeface="Poppins SemiBold"/>
            </a:endParaRPr>
          </a:p>
        </p:txBody>
      </p:sp>
      <p:sp>
        <p:nvSpPr>
          <p:cNvPr id="255" name="Google Shape;255;p43"/>
          <p:cNvSpPr/>
          <p:nvPr/>
        </p:nvSpPr>
        <p:spPr>
          <a:xfrm>
            <a:off x="2866659" y="2042318"/>
            <a:ext cx="1377093" cy="346249"/>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ko" sz="1800">
                <a:solidFill>
                  <a:schemeClr val="lt1"/>
                </a:solidFill>
                <a:latin typeface="Poppins Light"/>
                <a:ea typeface="Poppins Light"/>
                <a:cs typeface="Poppins Light"/>
                <a:sym typeface="Poppins Light"/>
              </a:rPr>
              <a:t>20xx</a:t>
            </a:r>
            <a:endParaRPr sz="1100"/>
          </a:p>
        </p:txBody>
      </p:sp>
      <p:sp>
        <p:nvSpPr>
          <p:cNvPr id="256" name="Google Shape;256;p43"/>
          <p:cNvSpPr txBox="1"/>
          <p:nvPr/>
        </p:nvSpPr>
        <p:spPr>
          <a:xfrm>
            <a:off x="4661127" y="3264483"/>
            <a:ext cx="1855334" cy="76174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ko" sz="1500">
                <a:solidFill>
                  <a:schemeClr val="lt1"/>
                </a:solidFill>
                <a:latin typeface="Poppins SemiBold"/>
                <a:ea typeface="Poppins SemiBold"/>
                <a:cs typeface="Poppins SemiBold"/>
                <a:sym typeface="Poppins SemiBold"/>
              </a:rPr>
              <a:t>Sed do eiusmod tempor incididunt</a:t>
            </a:r>
            <a:endParaRPr i="1" sz="1500">
              <a:solidFill>
                <a:schemeClr val="lt1"/>
              </a:solidFill>
              <a:latin typeface="Poppins SemiBold"/>
              <a:ea typeface="Poppins SemiBold"/>
              <a:cs typeface="Poppins SemiBold"/>
              <a:sym typeface="Poppins SemiBold"/>
            </a:endParaRPr>
          </a:p>
        </p:txBody>
      </p:sp>
      <p:sp>
        <p:nvSpPr>
          <p:cNvPr id="257" name="Google Shape;257;p43"/>
          <p:cNvSpPr/>
          <p:nvPr/>
        </p:nvSpPr>
        <p:spPr>
          <a:xfrm>
            <a:off x="4900247" y="2042318"/>
            <a:ext cx="1377093" cy="346249"/>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ko" sz="1800">
                <a:solidFill>
                  <a:schemeClr val="lt1"/>
                </a:solidFill>
                <a:latin typeface="Poppins Light"/>
                <a:ea typeface="Poppins Light"/>
                <a:cs typeface="Poppins Light"/>
                <a:sym typeface="Poppins Light"/>
              </a:rPr>
              <a:t>20xx</a:t>
            </a:r>
            <a:endParaRPr sz="1100"/>
          </a:p>
        </p:txBody>
      </p:sp>
      <p:cxnSp>
        <p:nvCxnSpPr>
          <p:cNvPr id="258" name="Google Shape;258;p43"/>
          <p:cNvCxnSpPr>
            <a:stCxn id="259" idx="6"/>
            <a:endCxn id="260" idx="2"/>
          </p:cNvCxnSpPr>
          <p:nvPr/>
        </p:nvCxnSpPr>
        <p:spPr>
          <a:xfrm>
            <a:off x="1645444" y="2657474"/>
            <a:ext cx="1785900" cy="0"/>
          </a:xfrm>
          <a:prstGeom prst="straightConnector1">
            <a:avLst/>
          </a:prstGeom>
          <a:noFill/>
          <a:ln cap="rnd" cmpd="sng" w="12700">
            <a:solidFill>
              <a:schemeClr val="lt1"/>
            </a:solidFill>
            <a:prstDash val="solid"/>
            <a:bevel/>
            <a:headEnd len="sm" w="sm" type="none"/>
            <a:tailEnd len="sm" w="sm" type="none"/>
          </a:ln>
        </p:spPr>
      </p:cxnSp>
      <p:sp>
        <p:nvSpPr>
          <p:cNvPr id="259" name="Google Shape;259;p43"/>
          <p:cNvSpPr/>
          <p:nvPr/>
        </p:nvSpPr>
        <p:spPr>
          <a:xfrm>
            <a:off x="1397794" y="2533649"/>
            <a:ext cx="247650" cy="247650"/>
          </a:xfrm>
          <a:prstGeom prst="ellipse">
            <a:avLst/>
          </a:prstGeom>
          <a:no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100">
              <a:solidFill>
                <a:schemeClr val="lt1"/>
              </a:solidFill>
              <a:latin typeface="Poppins SemiBold"/>
              <a:ea typeface="Poppins SemiBold"/>
              <a:cs typeface="Poppins SemiBold"/>
              <a:sym typeface="Poppins SemiBold"/>
            </a:endParaRPr>
          </a:p>
        </p:txBody>
      </p:sp>
      <p:sp>
        <p:nvSpPr>
          <p:cNvPr id="260" name="Google Shape;260;p43"/>
          <p:cNvSpPr/>
          <p:nvPr/>
        </p:nvSpPr>
        <p:spPr>
          <a:xfrm>
            <a:off x="3431381" y="2533649"/>
            <a:ext cx="247650" cy="247650"/>
          </a:xfrm>
          <a:prstGeom prst="ellipse">
            <a:avLst/>
          </a:prstGeom>
          <a:no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100">
              <a:solidFill>
                <a:schemeClr val="lt1"/>
              </a:solidFill>
              <a:latin typeface="Poppins SemiBold"/>
              <a:ea typeface="Poppins SemiBold"/>
              <a:cs typeface="Poppins SemiBold"/>
              <a:sym typeface="Poppins SemiBold"/>
            </a:endParaRPr>
          </a:p>
        </p:txBody>
      </p:sp>
      <p:sp>
        <p:nvSpPr>
          <p:cNvPr id="261" name="Google Shape;261;p43"/>
          <p:cNvSpPr/>
          <p:nvPr/>
        </p:nvSpPr>
        <p:spPr>
          <a:xfrm>
            <a:off x="5464969" y="2533649"/>
            <a:ext cx="247650" cy="247650"/>
          </a:xfrm>
          <a:prstGeom prst="ellipse">
            <a:avLst/>
          </a:prstGeom>
          <a:no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100">
              <a:solidFill>
                <a:schemeClr val="lt1"/>
              </a:solidFill>
              <a:latin typeface="Poppins SemiBold"/>
              <a:ea typeface="Poppins SemiBold"/>
              <a:cs typeface="Poppins SemiBold"/>
              <a:sym typeface="Poppins SemiBold"/>
            </a:endParaRPr>
          </a:p>
        </p:txBody>
      </p:sp>
      <p:sp>
        <p:nvSpPr>
          <p:cNvPr id="262" name="Google Shape;262;p43"/>
          <p:cNvSpPr/>
          <p:nvPr/>
        </p:nvSpPr>
        <p:spPr>
          <a:xfrm>
            <a:off x="7498556" y="2533649"/>
            <a:ext cx="247650" cy="247650"/>
          </a:xfrm>
          <a:prstGeom prst="ellipse">
            <a:avLst/>
          </a:prstGeom>
          <a:no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100">
              <a:solidFill>
                <a:schemeClr val="lt1"/>
              </a:solidFill>
              <a:latin typeface="Poppins SemiBold"/>
              <a:ea typeface="Poppins SemiBold"/>
              <a:cs typeface="Poppins SemiBold"/>
              <a:sym typeface="Poppins SemiBold"/>
            </a:endParaRPr>
          </a:p>
        </p:txBody>
      </p:sp>
      <p:sp>
        <p:nvSpPr>
          <p:cNvPr id="263" name="Google Shape;263;p43"/>
          <p:cNvSpPr txBox="1"/>
          <p:nvPr/>
        </p:nvSpPr>
        <p:spPr>
          <a:xfrm>
            <a:off x="6694714" y="3264483"/>
            <a:ext cx="1855334" cy="76174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i="1" lang="ko" sz="1500">
                <a:solidFill>
                  <a:schemeClr val="lt1"/>
                </a:solidFill>
                <a:latin typeface="Poppins SemiBold"/>
                <a:ea typeface="Poppins SemiBold"/>
                <a:cs typeface="Poppins SemiBold"/>
                <a:sym typeface="Poppins SemiBold"/>
              </a:rPr>
              <a:t>Ut labore et dolore magna aliqua</a:t>
            </a:r>
            <a:endParaRPr i="1" sz="1500">
              <a:solidFill>
                <a:schemeClr val="lt1"/>
              </a:solidFill>
              <a:latin typeface="Poppins SemiBold"/>
              <a:ea typeface="Poppins SemiBold"/>
              <a:cs typeface="Poppins SemiBold"/>
              <a:sym typeface="Poppins SemiBold"/>
            </a:endParaRPr>
          </a:p>
        </p:txBody>
      </p:sp>
      <p:sp>
        <p:nvSpPr>
          <p:cNvPr id="264" name="Google Shape;264;p43"/>
          <p:cNvSpPr/>
          <p:nvPr/>
        </p:nvSpPr>
        <p:spPr>
          <a:xfrm>
            <a:off x="6933834" y="2042318"/>
            <a:ext cx="1377093" cy="346249"/>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ko" sz="1800">
                <a:solidFill>
                  <a:schemeClr val="lt1"/>
                </a:solidFill>
                <a:latin typeface="Poppins Light"/>
                <a:ea typeface="Poppins Light"/>
                <a:cs typeface="Poppins Light"/>
                <a:sym typeface="Poppins Light"/>
              </a:rPr>
              <a:t>20xx</a:t>
            </a:r>
            <a:endParaRPr sz="1100"/>
          </a:p>
        </p:txBody>
      </p:sp>
      <p:sp>
        <p:nvSpPr>
          <p:cNvPr id="265" name="Google Shape;265;p43"/>
          <p:cNvSpPr/>
          <p:nvPr/>
        </p:nvSpPr>
        <p:spPr>
          <a:xfrm>
            <a:off x="1863545" y="1049814"/>
            <a:ext cx="5416911" cy="486891"/>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lang="ko" sz="1800">
                <a:solidFill>
                  <a:schemeClr val="lt1"/>
                </a:solidFill>
                <a:latin typeface="Poppins SemiBold"/>
                <a:ea typeface="Poppins SemiBold"/>
                <a:cs typeface="Poppins SemiBold"/>
                <a:sym typeface="Poppins SemiBold"/>
              </a:rPr>
              <a:t>Timeline Infographic slide</a:t>
            </a:r>
            <a:endParaRPr b="0" sz="1800">
              <a:solidFill>
                <a:schemeClr val="lt1"/>
              </a:solidFill>
              <a:latin typeface="Poppins SemiBold"/>
              <a:ea typeface="Poppins SemiBold"/>
              <a:cs typeface="Poppins SemiBold"/>
              <a:sym typeface="Poppins SemiBold"/>
            </a:endParaRPr>
          </a:p>
        </p:txBody>
      </p:sp>
      <p:cxnSp>
        <p:nvCxnSpPr>
          <p:cNvPr id="266" name="Google Shape;266;p43"/>
          <p:cNvCxnSpPr/>
          <p:nvPr/>
        </p:nvCxnSpPr>
        <p:spPr>
          <a:xfrm>
            <a:off x="3679031" y="2657474"/>
            <a:ext cx="1785938" cy="0"/>
          </a:xfrm>
          <a:prstGeom prst="straightConnector1">
            <a:avLst/>
          </a:prstGeom>
          <a:noFill/>
          <a:ln cap="rnd" cmpd="sng" w="12700">
            <a:solidFill>
              <a:schemeClr val="lt1"/>
            </a:solidFill>
            <a:prstDash val="solid"/>
            <a:bevel/>
            <a:headEnd len="sm" w="sm" type="none"/>
            <a:tailEnd len="sm" w="sm" type="none"/>
          </a:ln>
        </p:spPr>
      </p:cxnSp>
      <p:cxnSp>
        <p:nvCxnSpPr>
          <p:cNvPr id="267" name="Google Shape;267;p43"/>
          <p:cNvCxnSpPr/>
          <p:nvPr/>
        </p:nvCxnSpPr>
        <p:spPr>
          <a:xfrm>
            <a:off x="5712619" y="2657474"/>
            <a:ext cx="1785938" cy="0"/>
          </a:xfrm>
          <a:prstGeom prst="straightConnector1">
            <a:avLst/>
          </a:prstGeom>
          <a:noFill/>
          <a:ln cap="rnd" cmpd="sng" w="12700">
            <a:solidFill>
              <a:schemeClr val="lt1"/>
            </a:solidFill>
            <a:prstDash val="solid"/>
            <a:bevel/>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4"/>
          <p:cNvSpPr txBox="1"/>
          <p:nvPr/>
        </p:nvSpPr>
        <p:spPr>
          <a:xfrm>
            <a:off x="6109513" y="1458318"/>
            <a:ext cx="2106300" cy="838800"/>
          </a:xfrm>
          <a:prstGeom prst="rect">
            <a:avLst/>
          </a:prstGeom>
          <a:noFill/>
          <a:ln>
            <a:noFill/>
          </a:ln>
        </p:spPr>
        <p:txBody>
          <a:bodyPr anchorCtr="0" anchor="t" bIns="34275" lIns="68575" spcFirstLastPara="1" rIns="68575" wrap="square" tIns="34275">
            <a:spAutoFit/>
          </a:bodyPr>
          <a:lstStyle/>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Lorem ipsum dolor sit amet</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consectetur adipiscing elit</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sed do eiusmod tempor</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incididunt ut labore</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et dolore magna aliqua.</a:t>
            </a:r>
            <a:endParaRPr sz="1000"/>
          </a:p>
        </p:txBody>
      </p:sp>
      <p:sp>
        <p:nvSpPr>
          <p:cNvPr id="273" name="Google Shape;273;p44"/>
          <p:cNvSpPr/>
          <p:nvPr/>
        </p:nvSpPr>
        <p:spPr>
          <a:xfrm>
            <a:off x="6109512" y="1014733"/>
            <a:ext cx="2106344" cy="389513"/>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ko" sz="1400">
                <a:solidFill>
                  <a:schemeClr val="lt1"/>
                </a:solidFill>
                <a:latin typeface="Poppins SemiBold"/>
                <a:ea typeface="Poppins SemiBold"/>
                <a:cs typeface="Poppins SemiBold"/>
                <a:sym typeface="Poppins SemiBold"/>
              </a:rPr>
              <a:t>WEAKNESS</a:t>
            </a:r>
            <a:endParaRPr sz="1400">
              <a:solidFill>
                <a:schemeClr val="lt1"/>
              </a:solidFill>
              <a:latin typeface="Poppins SemiBold"/>
              <a:ea typeface="Poppins SemiBold"/>
              <a:cs typeface="Poppins SemiBold"/>
              <a:sym typeface="Poppins SemiBold"/>
            </a:endParaRPr>
          </a:p>
        </p:txBody>
      </p:sp>
      <p:sp>
        <p:nvSpPr>
          <p:cNvPr id="274" name="Google Shape;274;p44"/>
          <p:cNvSpPr txBox="1"/>
          <p:nvPr/>
        </p:nvSpPr>
        <p:spPr>
          <a:xfrm>
            <a:off x="6109513" y="3163527"/>
            <a:ext cx="2106300" cy="838800"/>
          </a:xfrm>
          <a:prstGeom prst="rect">
            <a:avLst/>
          </a:prstGeom>
          <a:noFill/>
          <a:ln>
            <a:noFill/>
          </a:ln>
        </p:spPr>
        <p:txBody>
          <a:bodyPr anchorCtr="0" anchor="t" bIns="34275" lIns="68575" spcFirstLastPara="1" rIns="68575" wrap="square" tIns="34275">
            <a:spAutoFit/>
          </a:bodyPr>
          <a:lstStyle/>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Lorem ipsum dolor sit amet</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consectetur adipiscing elit</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sed do eiusmod tempor</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incididunt ut labore</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et dolore magna aliqua.</a:t>
            </a:r>
            <a:endParaRPr sz="1000"/>
          </a:p>
        </p:txBody>
      </p:sp>
      <p:sp>
        <p:nvSpPr>
          <p:cNvPr id="275" name="Google Shape;275;p44"/>
          <p:cNvSpPr/>
          <p:nvPr/>
        </p:nvSpPr>
        <p:spPr>
          <a:xfrm>
            <a:off x="6109512" y="2719942"/>
            <a:ext cx="2106344" cy="389513"/>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ko" sz="1400">
                <a:solidFill>
                  <a:schemeClr val="lt1"/>
                </a:solidFill>
                <a:latin typeface="Poppins SemiBold"/>
                <a:ea typeface="Poppins SemiBold"/>
                <a:cs typeface="Poppins SemiBold"/>
                <a:sym typeface="Poppins SemiBold"/>
              </a:rPr>
              <a:t>THREATS</a:t>
            </a:r>
            <a:endParaRPr sz="1400">
              <a:solidFill>
                <a:schemeClr val="lt1"/>
              </a:solidFill>
              <a:latin typeface="Poppins SemiBold"/>
              <a:ea typeface="Poppins SemiBold"/>
              <a:cs typeface="Poppins SemiBold"/>
              <a:sym typeface="Poppins SemiBold"/>
            </a:endParaRPr>
          </a:p>
        </p:txBody>
      </p:sp>
      <p:sp>
        <p:nvSpPr>
          <p:cNvPr id="276" name="Google Shape;276;p44"/>
          <p:cNvSpPr txBox="1"/>
          <p:nvPr/>
        </p:nvSpPr>
        <p:spPr>
          <a:xfrm>
            <a:off x="928144" y="1458318"/>
            <a:ext cx="2106300" cy="838800"/>
          </a:xfrm>
          <a:prstGeom prst="rect">
            <a:avLst/>
          </a:prstGeom>
          <a:noFill/>
          <a:ln>
            <a:noFill/>
          </a:ln>
        </p:spPr>
        <p:txBody>
          <a:bodyPr anchorCtr="0" anchor="t" bIns="34275" lIns="68575" spcFirstLastPara="1" rIns="68575" wrap="square" tIns="34275">
            <a:spAutoFit/>
          </a:bodyPr>
          <a:lstStyle/>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Lorem ipsum dolor sit amet</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consectetur adipiscing elit</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sed do eiusmod tempor</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incididunt ut labore</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et dolore magna aliqua.</a:t>
            </a:r>
            <a:endParaRPr sz="1000"/>
          </a:p>
        </p:txBody>
      </p:sp>
      <p:sp>
        <p:nvSpPr>
          <p:cNvPr id="277" name="Google Shape;277;p44"/>
          <p:cNvSpPr/>
          <p:nvPr/>
        </p:nvSpPr>
        <p:spPr>
          <a:xfrm>
            <a:off x="928143" y="1014733"/>
            <a:ext cx="2106344" cy="389513"/>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ko" sz="1400">
                <a:solidFill>
                  <a:schemeClr val="lt1"/>
                </a:solidFill>
                <a:latin typeface="Poppins SemiBold"/>
                <a:ea typeface="Poppins SemiBold"/>
                <a:cs typeface="Poppins SemiBold"/>
                <a:sym typeface="Poppins SemiBold"/>
              </a:rPr>
              <a:t>STRENGTHS</a:t>
            </a:r>
            <a:endParaRPr sz="1400">
              <a:solidFill>
                <a:schemeClr val="lt1"/>
              </a:solidFill>
              <a:latin typeface="Poppins SemiBold"/>
              <a:ea typeface="Poppins SemiBold"/>
              <a:cs typeface="Poppins SemiBold"/>
              <a:sym typeface="Poppins SemiBold"/>
            </a:endParaRPr>
          </a:p>
        </p:txBody>
      </p:sp>
      <p:sp>
        <p:nvSpPr>
          <p:cNvPr id="278" name="Google Shape;278;p44"/>
          <p:cNvSpPr txBox="1"/>
          <p:nvPr/>
        </p:nvSpPr>
        <p:spPr>
          <a:xfrm>
            <a:off x="928144" y="3163527"/>
            <a:ext cx="2106300" cy="838800"/>
          </a:xfrm>
          <a:prstGeom prst="rect">
            <a:avLst/>
          </a:prstGeom>
          <a:noFill/>
          <a:ln>
            <a:noFill/>
          </a:ln>
        </p:spPr>
        <p:txBody>
          <a:bodyPr anchorCtr="0" anchor="t" bIns="34275" lIns="68575" spcFirstLastPara="1" rIns="68575" wrap="square" tIns="34275">
            <a:spAutoFit/>
          </a:bodyPr>
          <a:lstStyle/>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Lorem ipsum dolor sit amet</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consectetur adipiscing elit</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sed do eiusmod tempor</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incididunt ut labore</a:t>
            </a:r>
            <a:endParaRPr sz="1000">
              <a:solidFill>
                <a:schemeClr val="lt1"/>
              </a:solidFill>
              <a:latin typeface="Poppins Light"/>
              <a:ea typeface="Poppins Light"/>
              <a:cs typeface="Poppins Light"/>
              <a:sym typeface="Poppins Light"/>
            </a:endParaRPr>
          </a:p>
          <a:p>
            <a:pPr indent="-127000" lvl="0" marL="127000" marR="0" rtl="0" algn="l">
              <a:lnSpc>
                <a:spcPct val="100000"/>
              </a:lnSpc>
              <a:spcBef>
                <a:spcPts val="0"/>
              </a:spcBef>
              <a:spcAft>
                <a:spcPts val="0"/>
              </a:spcAft>
              <a:buClr>
                <a:schemeClr val="lt1"/>
              </a:buClr>
              <a:buSzPts val="1000"/>
              <a:buFont typeface="Arial"/>
              <a:buChar char="•"/>
            </a:pPr>
            <a:r>
              <a:rPr lang="ko" sz="1000">
                <a:solidFill>
                  <a:schemeClr val="lt1"/>
                </a:solidFill>
                <a:latin typeface="Poppins Light"/>
                <a:ea typeface="Poppins Light"/>
                <a:cs typeface="Poppins Light"/>
                <a:sym typeface="Poppins Light"/>
              </a:rPr>
              <a:t>et dolore magna aliqua.</a:t>
            </a:r>
            <a:endParaRPr sz="1000"/>
          </a:p>
        </p:txBody>
      </p:sp>
      <p:sp>
        <p:nvSpPr>
          <p:cNvPr id="279" name="Google Shape;279;p44"/>
          <p:cNvSpPr/>
          <p:nvPr/>
        </p:nvSpPr>
        <p:spPr>
          <a:xfrm>
            <a:off x="928143" y="2719942"/>
            <a:ext cx="2106344" cy="389513"/>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ko" sz="1400">
                <a:solidFill>
                  <a:schemeClr val="lt1"/>
                </a:solidFill>
                <a:latin typeface="Poppins SemiBold"/>
                <a:ea typeface="Poppins SemiBold"/>
                <a:cs typeface="Poppins SemiBold"/>
                <a:sym typeface="Poppins SemiBold"/>
              </a:rPr>
              <a:t>OPPORTUNITIES</a:t>
            </a:r>
            <a:endParaRPr sz="1400">
              <a:solidFill>
                <a:schemeClr val="lt1"/>
              </a:solidFill>
              <a:latin typeface="Poppins SemiBold"/>
              <a:ea typeface="Poppins SemiBold"/>
              <a:cs typeface="Poppins SemiBold"/>
              <a:sym typeface="Poppins SemiBold"/>
            </a:endParaRPr>
          </a:p>
        </p:txBody>
      </p:sp>
      <p:sp>
        <p:nvSpPr>
          <p:cNvPr id="280" name="Google Shape;280;p44"/>
          <p:cNvSpPr/>
          <p:nvPr/>
        </p:nvSpPr>
        <p:spPr>
          <a:xfrm>
            <a:off x="3726799" y="2268668"/>
            <a:ext cx="1685713" cy="392415"/>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ko" sz="2100">
                <a:solidFill>
                  <a:schemeClr val="lt1"/>
                </a:solidFill>
                <a:latin typeface="Poppins SemiBold"/>
                <a:ea typeface="Poppins SemiBold"/>
                <a:cs typeface="Poppins SemiBold"/>
                <a:sym typeface="Poppins SemiBold"/>
              </a:rPr>
              <a:t>SWOT</a:t>
            </a:r>
            <a:endParaRPr sz="2100">
              <a:solidFill>
                <a:schemeClr val="lt1"/>
              </a:solidFill>
              <a:latin typeface="Poppins SemiBold"/>
              <a:ea typeface="Poppins SemiBold"/>
              <a:cs typeface="Poppins SemiBold"/>
              <a:sym typeface="Poppins SemiBold"/>
            </a:endParaRPr>
          </a:p>
        </p:txBody>
      </p:sp>
      <p:sp>
        <p:nvSpPr>
          <p:cNvPr id="281" name="Google Shape;281;p44"/>
          <p:cNvSpPr/>
          <p:nvPr/>
        </p:nvSpPr>
        <p:spPr>
          <a:xfrm>
            <a:off x="4997462" y="1425063"/>
            <a:ext cx="721435" cy="721434"/>
          </a:xfrm>
          <a:prstGeom prst="ellipse">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1" sz="1100">
              <a:solidFill>
                <a:schemeClr val="lt1"/>
              </a:solidFill>
              <a:latin typeface="Poppins Light"/>
              <a:ea typeface="Poppins Light"/>
              <a:cs typeface="Poppins Light"/>
              <a:sym typeface="Poppins Light"/>
            </a:endParaRPr>
          </a:p>
        </p:txBody>
      </p:sp>
      <p:pic>
        <p:nvPicPr>
          <p:cNvPr id="282" name="Google Shape;282;p44"/>
          <p:cNvPicPr preferRelativeResize="0"/>
          <p:nvPr/>
        </p:nvPicPr>
        <p:blipFill rotWithShape="1">
          <a:blip r:embed="rId3">
            <a:alphaModFix/>
          </a:blip>
          <a:srcRect b="0" l="0" r="0" t="0"/>
          <a:stretch/>
        </p:blipFill>
        <p:spPr>
          <a:xfrm>
            <a:off x="5240419" y="1668021"/>
            <a:ext cx="235519" cy="235519"/>
          </a:xfrm>
          <a:prstGeom prst="rect">
            <a:avLst/>
          </a:prstGeom>
          <a:noFill/>
          <a:ln>
            <a:noFill/>
          </a:ln>
        </p:spPr>
      </p:pic>
      <p:sp>
        <p:nvSpPr>
          <p:cNvPr id="283" name="Google Shape;283;p44"/>
          <p:cNvSpPr/>
          <p:nvPr/>
        </p:nvSpPr>
        <p:spPr>
          <a:xfrm>
            <a:off x="4997462" y="2935010"/>
            <a:ext cx="721435" cy="721434"/>
          </a:xfrm>
          <a:prstGeom prst="ellipse">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1" sz="1100">
              <a:solidFill>
                <a:schemeClr val="lt1"/>
              </a:solidFill>
              <a:latin typeface="Poppins Light"/>
              <a:ea typeface="Poppins Light"/>
              <a:cs typeface="Poppins Light"/>
              <a:sym typeface="Poppins Light"/>
            </a:endParaRPr>
          </a:p>
        </p:txBody>
      </p:sp>
      <p:sp>
        <p:nvSpPr>
          <p:cNvPr id="284" name="Google Shape;284;p44"/>
          <p:cNvSpPr/>
          <p:nvPr/>
        </p:nvSpPr>
        <p:spPr>
          <a:xfrm>
            <a:off x="3420414" y="1425063"/>
            <a:ext cx="721435" cy="721434"/>
          </a:xfrm>
          <a:prstGeom prst="ellipse">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1" sz="1100">
              <a:solidFill>
                <a:schemeClr val="lt1"/>
              </a:solidFill>
              <a:latin typeface="Poppins Light"/>
              <a:ea typeface="Poppins Light"/>
              <a:cs typeface="Poppins Light"/>
              <a:sym typeface="Poppins Light"/>
            </a:endParaRPr>
          </a:p>
        </p:txBody>
      </p:sp>
      <p:sp>
        <p:nvSpPr>
          <p:cNvPr id="285" name="Google Shape;285;p44"/>
          <p:cNvSpPr/>
          <p:nvPr/>
        </p:nvSpPr>
        <p:spPr>
          <a:xfrm>
            <a:off x="3420414" y="2935010"/>
            <a:ext cx="721435" cy="721434"/>
          </a:xfrm>
          <a:prstGeom prst="ellipse">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1" sz="1100">
              <a:solidFill>
                <a:schemeClr val="lt1"/>
              </a:solidFill>
              <a:latin typeface="Poppins Light"/>
              <a:ea typeface="Poppins Light"/>
              <a:cs typeface="Poppins Light"/>
              <a:sym typeface="Poppins Light"/>
            </a:endParaRPr>
          </a:p>
        </p:txBody>
      </p:sp>
      <p:pic>
        <p:nvPicPr>
          <p:cNvPr id="286" name="Google Shape;286;p44"/>
          <p:cNvPicPr preferRelativeResize="0"/>
          <p:nvPr/>
        </p:nvPicPr>
        <p:blipFill rotWithShape="1">
          <a:blip r:embed="rId4">
            <a:alphaModFix/>
          </a:blip>
          <a:srcRect b="0" l="0" r="0" t="0"/>
          <a:stretch/>
        </p:blipFill>
        <p:spPr>
          <a:xfrm>
            <a:off x="3608392" y="1688628"/>
            <a:ext cx="323837" cy="194301"/>
          </a:xfrm>
          <a:prstGeom prst="rect">
            <a:avLst/>
          </a:prstGeom>
          <a:noFill/>
          <a:ln>
            <a:noFill/>
          </a:ln>
        </p:spPr>
      </p:pic>
      <p:pic>
        <p:nvPicPr>
          <p:cNvPr id="287" name="Google Shape;287;p44"/>
          <p:cNvPicPr preferRelativeResize="0"/>
          <p:nvPr/>
        </p:nvPicPr>
        <p:blipFill rotWithShape="1">
          <a:blip r:embed="rId5">
            <a:alphaModFix/>
          </a:blip>
          <a:srcRect b="0" l="0" r="0" t="0"/>
          <a:stretch/>
        </p:blipFill>
        <p:spPr>
          <a:xfrm>
            <a:off x="3627742" y="3160941"/>
            <a:ext cx="277501" cy="269570"/>
          </a:xfrm>
          <a:prstGeom prst="rect">
            <a:avLst/>
          </a:prstGeom>
          <a:noFill/>
          <a:ln>
            <a:noFill/>
          </a:ln>
        </p:spPr>
      </p:pic>
      <p:pic>
        <p:nvPicPr>
          <p:cNvPr id="288" name="Google Shape;288;p44"/>
          <p:cNvPicPr preferRelativeResize="0"/>
          <p:nvPr/>
        </p:nvPicPr>
        <p:blipFill rotWithShape="1">
          <a:blip r:embed="rId6">
            <a:alphaModFix/>
          </a:blip>
          <a:srcRect b="0" l="0" r="0" t="0"/>
          <a:stretch/>
        </p:blipFill>
        <p:spPr>
          <a:xfrm>
            <a:off x="5237944" y="3152939"/>
            <a:ext cx="235519" cy="223743"/>
          </a:xfrm>
          <a:prstGeom prst="rect">
            <a:avLst/>
          </a:prstGeom>
          <a:noFill/>
          <a:ln>
            <a:noFill/>
          </a:ln>
        </p:spPr>
      </p:pic>
      <p:sp>
        <p:nvSpPr>
          <p:cNvPr id="289" name="Google Shape;289;p44"/>
          <p:cNvSpPr/>
          <p:nvPr/>
        </p:nvSpPr>
        <p:spPr>
          <a:xfrm>
            <a:off x="4010528" y="1296172"/>
            <a:ext cx="1118253" cy="213364"/>
          </a:xfrm>
          <a:custGeom>
            <a:rect b="b" l="l" r="r" t="t"/>
            <a:pathLst>
              <a:path extrusionOk="0" h="284485" w="1491004">
                <a:moveTo>
                  <a:pt x="0" y="284485"/>
                </a:moveTo>
                <a:lnTo>
                  <a:pt x="30655" y="256623"/>
                </a:lnTo>
                <a:cubicBezTo>
                  <a:pt x="224915" y="96305"/>
                  <a:pt x="473962" y="0"/>
                  <a:pt x="745502" y="0"/>
                </a:cubicBezTo>
                <a:cubicBezTo>
                  <a:pt x="1017042" y="0"/>
                  <a:pt x="1266089" y="96305"/>
                  <a:pt x="1460349" y="256623"/>
                </a:cubicBezTo>
                <a:lnTo>
                  <a:pt x="1491004" y="284485"/>
                </a:lnTo>
              </a:path>
            </a:pathLst>
          </a:cu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500">
              <a:solidFill>
                <a:schemeClr val="lt1"/>
              </a:solidFill>
              <a:latin typeface="Poppins Light"/>
              <a:ea typeface="Poppins Light"/>
              <a:cs typeface="Poppins Light"/>
              <a:sym typeface="Poppins Light"/>
            </a:endParaRPr>
          </a:p>
        </p:txBody>
      </p:sp>
      <p:sp>
        <p:nvSpPr>
          <p:cNvPr id="290" name="Google Shape;290;p44"/>
          <p:cNvSpPr/>
          <p:nvPr/>
        </p:nvSpPr>
        <p:spPr>
          <a:xfrm>
            <a:off x="5409619" y="2141020"/>
            <a:ext cx="2892" cy="799176"/>
          </a:xfrm>
          <a:custGeom>
            <a:rect b="b" l="l" r="r" t="t"/>
            <a:pathLst>
              <a:path extrusionOk="0" h="1065568" w="3856">
                <a:moveTo>
                  <a:pt x="3856" y="0"/>
                </a:moveTo>
                <a:cubicBezTo>
                  <a:pt x="3856" y="329743"/>
                  <a:pt x="3855" y="659486"/>
                  <a:pt x="3855" y="989229"/>
                </a:cubicBezTo>
                <a:lnTo>
                  <a:pt x="0" y="1065568"/>
                </a:lnTo>
              </a:path>
            </a:pathLst>
          </a:custGeom>
          <a:solidFill>
            <a:schemeClr val="lt1"/>
          </a:solid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500">
              <a:solidFill>
                <a:schemeClr val="lt1"/>
              </a:solidFill>
              <a:latin typeface="Poppins Light"/>
              <a:ea typeface="Poppins Light"/>
              <a:cs typeface="Poppins Light"/>
              <a:sym typeface="Poppins Light"/>
            </a:endParaRPr>
          </a:p>
        </p:txBody>
      </p:sp>
      <p:sp>
        <p:nvSpPr>
          <p:cNvPr id="291" name="Google Shape;291;p44"/>
          <p:cNvSpPr/>
          <p:nvPr/>
        </p:nvSpPr>
        <p:spPr>
          <a:xfrm flipH="1">
            <a:off x="3726799" y="2141020"/>
            <a:ext cx="2892" cy="799176"/>
          </a:xfrm>
          <a:custGeom>
            <a:rect b="b" l="l" r="r" t="t"/>
            <a:pathLst>
              <a:path extrusionOk="0" h="1065568" w="3856">
                <a:moveTo>
                  <a:pt x="3856" y="0"/>
                </a:moveTo>
                <a:cubicBezTo>
                  <a:pt x="3856" y="329743"/>
                  <a:pt x="3855" y="659486"/>
                  <a:pt x="3855" y="989229"/>
                </a:cubicBezTo>
                <a:lnTo>
                  <a:pt x="0" y="1065568"/>
                </a:lnTo>
              </a:path>
            </a:pathLst>
          </a:custGeom>
          <a:solidFill>
            <a:schemeClr val="lt1"/>
          </a:solid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500">
              <a:solidFill>
                <a:schemeClr val="lt1"/>
              </a:solidFill>
              <a:latin typeface="Poppins Light"/>
              <a:ea typeface="Poppins Light"/>
              <a:cs typeface="Poppins Light"/>
              <a:sym typeface="Poppins Light"/>
            </a:endParaRPr>
          </a:p>
        </p:txBody>
      </p:sp>
      <p:sp>
        <p:nvSpPr>
          <p:cNvPr id="292" name="Google Shape;292;p44"/>
          <p:cNvSpPr/>
          <p:nvPr/>
        </p:nvSpPr>
        <p:spPr>
          <a:xfrm>
            <a:off x="4044390" y="3540863"/>
            <a:ext cx="1050530" cy="184935"/>
          </a:xfrm>
          <a:custGeom>
            <a:rect b="b" l="l" r="r" t="t"/>
            <a:pathLst>
              <a:path extrusionOk="0" h="246580" w="1400707">
                <a:moveTo>
                  <a:pt x="1400707" y="0"/>
                </a:moveTo>
                <a:lnTo>
                  <a:pt x="1259737" y="97689"/>
                </a:lnTo>
                <a:cubicBezTo>
                  <a:pt x="1095010" y="192409"/>
                  <a:pt x="904008" y="246580"/>
                  <a:pt x="700353" y="246580"/>
                </a:cubicBezTo>
                <a:cubicBezTo>
                  <a:pt x="496698" y="246580"/>
                  <a:pt x="305695" y="192409"/>
                  <a:pt x="140969" y="97689"/>
                </a:cubicBezTo>
                <a:lnTo>
                  <a:pt x="0" y="1"/>
                </a:lnTo>
              </a:path>
            </a:pathLst>
          </a:cu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1" sz="1100">
              <a:solidFill>
                <a:schemeClr val="lt1"/>
              </a:solidFill>
              <a:latin typeface="Poppins Light"/>
              <a:ea typeface="Poppins Light"/>
              <a:cs typeface="Poppins Light"/>
              <a:sym typeface="Poppi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5"/>
          <p:cNvSpPr/>
          <p:nvPr/>
        </p:nvSpPr>
        <p:spPr>
          <a:xfrm>
            <a:off x="592665" y="1534886"/>
            <a:ext cx="1877382" cy="2806882"/>
          </a:xfrm>
          <a:prstGeom prst="rect">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nvGrpSpPr>
          <p:cNvPr id="298" name="Google Shape;298;p45"/>
          <p:cNvGrpSpPr/>
          <p:nvPr/>
        </p:nvGrpSpPr>
        <p:grpSpPr>
          <a:xfrm>
            <a:off x="1300694" y="2586449"/>
            <a:ext cx="461325" cy="453213"/>
            <a:chOff x="6810557" y="892968"/>
            <a:chExt cx="384524" cy="377762"/>
          </a:xfrm>
        </p:grpSpPr>
        <p:sp>
          <p:nvSpPr>
            <p:cNvPr id="299" name="Google Shape;299;p45"/>
            <p:cNvSpPr/>
            <p:nvPr/>
          </p:nvSpPr>
          <p:spPr>
            <a:xfrm>
              <a:off x="6810557" y="977836"/>
              <a:ext cx="114300" cy="85725"/>
            </a:xfrm>
            <a:custGeom>
              <a:rect b="b" l="l" r="r" t="t"/>
              <a:pathLst>
                <a:path extrusionOk="0" h="85725" w="114300">
                  <a:moveTo>
                    <a:pt x="86106" y="7144"/>
                  </a:moveTo>
                  <a:cubicBezTo>
                    <a:pt x="77343" y="7144"/>
                    <a:pt x="68485" y="7144"/>
                    <a:pt x="59626" y="7144"/>
                  </a:cubicBezTo>
                  <a:cubicBezTo>
                    <a:pt x="50768" y="7144"/>
                    <a:pt x="41910" y="7144"/>
                    <a:pt x="33147" y="7144"/>
                  </a:cubicBezTo>
                  <a:cubicBezTo>
                    <a:pt x="26194" y="7144"/>
                    <a:pt x="19716" y="9811"/>
                    <a:pt x="14764" y="14764"/>
                  </a:cubicBezTo>
                  <a:cubicBezTo>
                    <a:pt x="9810" y="19717"/>
                    <a:pt x="7144" y="26194"/>
                    <a:pt x="7144" y="33147"/>
                  </a:cubicBezTo>
                  <a:lnTo>
                    <a:pt x="7144" y="57436"/>
                  </a:lnTo>
                  <a:cubicBezTo>
                    <a:pt x="7144" y="61627"/>
                    <a:pt x="9525" y="65437"/>
                    <a:pt x="13145" y="67342"/>
                  </a:cubicBezTo>
                  <a:cubicBezTo>
                    <a:pt x="27432" y="74676"/>
                    <a:pt x="43529" y="78581"/>
                    <a:pt x="59626" y="78581"/>
                  </a:cubicBezTo>
                  <a:cubicBezTo>
                    <a:pt x="75723" y="78581"/>
                    <a:pt x="91821" y="74676"/>
                    <a:pt x="106108" y="67342"/>
                  </a:cubicBezTo>
                  <a:cubicBezTo>
                    <a:pt x="109823" y="65437"/>
                    <a:pt x="112109" y="61627"/>
                    <a:pt x="112109" y="57436"/>
                  </a:cubicBezTo>
                  <a:lnTo>
                    <a:pt x="112109" y="33147"/>
                  </a:lnTo>
                  <a:cubicBezTo>
                    <a:pt x="112109" y="26289"/>
                    <a:pt x="109442" y="19812"/>
                    <a:pt x="104489" y="14859"/>
                  </a:cubicBezTo>
                  <a:cubicBezTo>
                    <a:pt x="99822" y="10001"/>
                    <a:pt x="93059" y="7144"/>
                    <a:pt x="86106" y="7144"/>
                  </a:cubicBezTo>
                  <a:close/>
                  <a:moveTo>
                    <a:pt x="90106" y="50483"/>
                  </a:moveTo>
                  <a:cubicBezTo>
                    <a:pt x="80486" y="54388"/>
                    <a:pt x="70389" y="56388"/>
                    <a:pt x="59817" y="56388"/>
                  </a:cubicBezTo>
                  <a:cubicBezTo>
                    <a:pt x="49244" y="56388"/>
                    <a:pt x="39052" y="54388"/>
                    <a:pt x="29527" y="50483"/>
                  </a:cubicBezTo>
                  <a:lnTo>
                    <a:pt x="29527" y="33338"/>
                  </a:lnTo>
                  <a:cubicBezTo>
                    <a:pt x="29527" y="31337"/>
                    <a:pt x="31242" y="29623"/>
                    <a:pt x="33242" y="29623"/>
                  </a:cubicBezTo>
                  <a:cubicBezTo>
                    <a:pt x="50863" y="29623"/>
                    <a:pt x="68580" y="29623"/>
                    <a:pt x="86201" y="29623"/>
                  </a:cubicBezTo>
                  <a:cubicBezTo>
                    <a:pt x="88201" y="29623"/>
                    <a:pt x="90201" y="31242"/>
                    <a:pt x="90201" y="33338"/>
                  </a:cubicBezTo>
                  <a:lnTo>
                    <a:pt x="90106" y="50483"/>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00" name="Google Shape;300;p45"/>
            <p:cNvSpPr/>
            <p:nvPr/>
          </p:nvSpPr>
          <p:spPr>
            <a:xfrm>
              <a:off x="6824939" y="893349"/>
              <a:ext cx="85725" cy="85725"/>
            </a:xfrm>
            <a:custGeom>
              <a:rect b="b" l="l" r="r" t="t"/>
              <a:pathLst>
                <a:path extrusionOk="0" h="85725" w="85725">
                  <a:moveTo>
                    <a:pt x="45434" y="83725"/>
                  </a:moveTo>
                  <a:cubicBezTo>
                    <a:pt x="66580" y="83725"/>
                    <a:pt x="83725" y="66580"/>
                    <a:pt x="83725" y="45434"/>
                  </a:cubicBezTo>
                  <a:cubicBezTo>
                    <a:pt x="83725" y="24289"/>
                    <a:pt x="66580" y="7144"/>
                    <a:pt x="45434" y="7144"/>
                  </a:cubicBezTo>
                  <a:cubicBezTo>
                    <a:pt x="24289" y="7144"/>
                    <a:pt x="7144" y="24289"/>
                    <a:pt x="7144" y="45434"/>
                  </a:cubicBezTo>
                  <a:cubicBezTo>
                    <a:pt x="7144" y="66580"/>
                    <a:pt x="24289" y="83725"/>
                    <a:pt x="45434" y="83725"/>
                  </a:cubicBezTo>
                  <a:close/>
                  <a:moveTo>
                    <a:pt x="45434" y="29242"/>
                  </a:moveTo>
                  <a:cubicBezTo>
                    <a:pt x="54293" y="29242"/>
                    <a:pt x="61532" y="36481"/>
                    <a:pt x="61532" y="45339"/>
                  </a:cubicBezTo>
                  <a:cubicBezTo>
                    <a:pt x="61532" y="54197"/>
                    <a:pt x="54293" y="61436"/>
                    <a:pt x="45434" y="61436"/>
                  </a:cubicBezTo>
                  <a:cubicBezTo>
                    <a:pt x="36576" y="61436"/>
                    <a:pt x="29337" y="54197"/>
                    <a:pt x="29337" y="45339"/>
                  </a:cubicBezTo>
                  <a:cubicBezTo>
                    <a:pt x="29337" y="36481"/>
                    <a:pt x="36576" y="29242"/>
                    <a:pt x="45434" y="2924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01" name="Google Shape;301;p45"/>
            <p:cNvSpPr/>
            <p:nvPr/>
          </p:nvSpPr>
          <p:spPr>
            <a:xfrm>
              <a:off x="6937906" y="892968"/>
              <a:ext cx="257175" cy="76200"/>
            </a:xfrm>
            <a:custGeom>
              <a:rect b="b" l="l" r="r" t="t"/>
              <a:pathLst>
                <a:path extrusionOk="0" h="76200" w="257175">
                  <a:moveTo>
                    <a:pt x="247745" y="7144"/>
                  </a:moveTo>
                  <a:lnTo>
                    <a:pt x="18288" y="7144"/>
                  </a:lnTo>
                  <a:cubicBezTo>
                    <a:pt x="12192" y="7144"/>
                    <a:pt x="7144" y="12097"/>
                    <a:pt x="7144" y="18288"/>
                  </a:cubicBezTo>
                  <a:lnTo>
                    <a:pt x="7144" y="62675"/>
                  </a:lnTo>
                  <a:cubicBezTo>
                    <a:pt x="7144" y="68771"/>
                    <a:pt x="12096" y="73819"/>
                    <a:pt x="18288" y="73819"/>
                  </a:cubicBezTo>
                  <a:lnTo>
                    <a:pt x="247745" y="73819"/>
                  </a:lnTo>
                  <a:cubicBezTo>
                    <a:pt x="253841" y="73819"/>
                    <a:pt x="258889" y="68866"/>
                    <a:pt x="258889" y="62675"/>
                  </a:cubicBezTo>
                  <a:lnTo>
                    <a:pt x="258889" y="18288"/>
                  </a:lnTo>
                  <a:cubicBezTo>
                    <a:pt x="258794" y="12097"/>
                    <a:pt x="253841" y="7144"/>
                    <a:pt x="247745" y="7144"/>
                  </a:cubicBezTo>
                  <a:close/>
                  <a:moveTo>
                    <a:pt x="95250" y="51530"/>
                  </a:moveTo>
                  <a:lnTo>
                    <a:pt x="29337" y="51530"/>
                  </a:lnTo>
                  <a:lnTo>
                    <a:pt x="29337" y="29337"/>
                  </a:lnTo>
                  <a:lnTo>
                    <a:pt x="95250" y="29337"/>
                  </a:lnTo>
                  <a:lnTo>
                    <a:pt x="95250" y="51530"/>
                  </a:lnTo>
                  <a:close/>
                  <a:moveTo>
                    <a:pt x="236601" y="51530"/>
                  </a:moveTo>
                  <a:lnTo>
                    <a:pt x="117443" y="51530"/>
                  </a:lnTo>
                  <a:lnTo>
                    <a:pt x="117443" y="29337"/>
                  </a:lnTo>
                  <a:lnTo>
                    <a:pt x="236601" y="29337"/>
                  </a:lnTo>
                  <a:lnTo>
                    <a:pt x="236601" y="5153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02" name="Google Shape;302;p45"/>
            <p:cNvSpPr/>
            <p:nvPr/>
          </p:nvSpPr>
          <p:spPr>
            <a:xfrm>
              <a:off x="6810557" y="1185005"/>
              <a:ext cx="114300" cy="85725"/>
            </a:xfrm>
            <a:custGeom>
              <a:rect b="b" l="l" r="r" t="t"/>
              <a:pathLst>
                <a:path extrusionOk="0" h="85725" w="114300">
                  <a:moveTo>
                    <a:pt x="86106" y="7144"/>
                  </a:moveTo>
                  <a:cubicBezTo>
                    <a:pt x="77343" y="7144"/>
                    <a:pt x="68485" y="7144"/>
                    <a:pt x="59626" y="7144"/>
                  </a:cubicBezTo>
                  <a:cubicBezTo>
                    <a:pt x="50768" y="7144"/>
                    <a:pt x="41910" y="7144"/>
                    <a:pt x="33147" y="7144"/>
                  </a:cubicBezTo>
                  <a:cubicBezTo>
                    <a:pt x="26194" y="7144"/>
                    <a:pt x="19716" y="9811"/>
                    <a:pt x="14764" y="14764"/>
                  </a:cubicBezTo>
                  <a:cubicBezTo>
                    <a:pt x="9810" y="19717"/>
                    <a:pt x="7144" y="26194"/>
                    <a:pt x="7144" y="33147"/>
                  </a:cubicBezTo>
                  <a:lnTo>
                    <a:pt x="7144" y="57436"/>
                  </a:lnTo>
                  <a:cubicBezTo>
                    <a:pt x="7144" y="61627"/>
                    <a:pt x="9525" y="65437"/>
                    <a:pt x="13145" y="67342"/>
                  </a:cubicBezTo>
                  <a:cubicBezTo>
                    <a:pt x="27432" y="74676"/>
                    <a:pt x="43529" y="78581"/>
                    <a:pt x="59626" y="78581"/>
                  </a:cubicBezTo>
                  <a:cubicBezTo>
                    <a:pt x="75819" y="78581"/>
                    <a:pt x="91821" y="74676"/>
                    <a:pt x="106108" y="67342"/>
                  </a:cubicBezTo>
                  <a:cubicBezTo>
                    <a:pt x="109823" y="65437"/>
                    <a:pt x="112109" y="61627"/>
                    <a:pt x="112109" y="57436"/>
                  </a:cubicBezTo>
                  <a:lnTo>
                    <a:pt x="112109" y="33147"/>
                  </a:lnTo>
                  <a:cubicBezTo>
                    <a:pt x="112109" y="26289"/>
                    <a:pt x="109442" y="19812"/>
                    <a:pt x="104489" y="14859"/>
                  </a:cubicBezTo>
                  <a:cubicBezTo>
                    <a:pt x="99822" y="10001"/>
                    <a:pt x="93059" y="7144"/>
                    <a:pt x="86106" y="7144"/>
                  </a:cubicBezTo>
                  <a:close/>
                  <a:moveTo>
                    <a:pt x="90106" y="50387"/>
                  </a:moveTo>
                  <a:cubicBezTo>
                    <a:pt x="80486" y="54388"/>
                    <a:pt x="70389" y="56388"/>
                    <a:pt x="59817" y="56388"/>
                  </a:cubicBezTo>
                  <a:cubicBezTo>
                    <a:pt x="49244" y="56388"/>
                    <a:pt x="39052" y="54388"/>
                    <a:pt x="29527" y="50387"/>
                  </a:cubicBezTo>
                  <a:lnTo>
                    <a:pt x="29527" y="33147"/>
                  </a:lnTo>
                  <a:cubicBezTo>
                    <a:pt x="29527" y="31147"/>
                    <a:pt x="31242" y="29432"/>
                    <a:pt x="33242" y="29432"/>
                  </a:cubicBezTo>
                  <a:cubicBezTo>
                    <a:pt x="42005" y="29432"/>
                    <a:pt x="50863" y="29432"/>
                    <a:pt x="59721" y="29432"/>
                  </a:cubicBezTo>
                  <a:cubicBezTo>
                    <a:pt x="68580" y="29432"/>
                    <a:pt x="77438" y="29432"/>
                    <a:pt x="86201" y="29432"/>
                  </a:cubicBezTo>
                  <a:cubicBezTo>
                    <a:pt x="88201" y="29432"/>
                    <a:pt x="90201" y="31051"/>
                    <a:pt x="90201" y="33147"/>
                  </a:cubicBezTo>
                  <a:lnTo>
                    <a:pt x="90106" y="50387"/>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03" name="Google Shape;303;p45"/>
            <p:cNvSpPr/>
            <p:nvPr/>
          </p:nvSpPr>
          <p:spPr>
            <a:xfrm>
              <a:off x="6824939" y="1100518"/>
              <a:ext cx="85725" cy="85725"/>
            </a:xfrm>
            <a:custGeom>
              <a:rect b="b" l="l" r="r" t="t"/>
              <a:pathLst>
                <a:path extrusionOk="0" h="85725" w="85725">
                  <a:moveTo>
                    <a:pt x="83725" y="45434"/>
                  </a:moveTo>
                  <a:cubicBezTo>
                    <a:pt x="83725" y="24289"/>
                    <a:pt x="66580" y="7144"/>
                    <a:pt x="45434" y="7144"/>
                  </a:cubicBezTo>
                  <a:cubicBezTo>
                    <a:pt x="24289" y="7144"/>
                    <a:pt x="7144" y="24289"/>
                    <a:pt x="7144" y="45434"/>
                  </a:cubicBezTo>
                  <a:cubicBezTo>
                    <a:pt x="7144" y="66580"/>
                    <a:pt x="24289" y="83725"/>
                    <a:pt x="45434" y="83725"/>
                  </a:cubicBezTo>
                  <a:cubicBezTo>
                    <a:pt x="66580" y="83725"/>
                    <a:pt x="83725" y="66484"/>
                    <a:pt x="83725" y="45434"/>
                  </a:cubicBezTo>
                  <a:close/>
                  <a:moveTo>
                    <a:pt x="29337" y="45434"/>
                  </a:moveTo>
                  <a:cubicBezTo>
                    <a:pt x="29337" y="36576"/>
                    <a:pt x="36576" y="29337"/>
                    <a:pt x="45434" y="29337"/>
                  </a:cubicBezTo>
                  <a:cubicBezTo>
                    <a:pt x="54293" y="29337"/>
                    <a:pt x="61532" y="36576"/>
                    <a:pt x="61532" y="45434"/>
                  </a:cubicBezTo>
                  <a:cubicBezTo>
                    <a:pt x="61532" y="54292"/>
                    <a:pt x="54293" y="61531"/>
                    <a:pt x="45434" y="61531"/>
                  </a:cubicBezTo>
                  <a:cubicBezTo>
                    <a:pt x="36576" y="61531"/>
                    <a:pt x="29337" y="54292"/>
                    <a:pt x="29337" y="4543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04" name="Google Shape;304;p45"/>
            <p:cNvSpPr/>
            <p:nvPr/>
          </p:nvSpPr>
          <p:spPr>
            <a:xfrm>
              <a:off x="6937906" y="982503"/>
              <a:ext cx="257175" cy="76200"/>
            </a:xfrm>
            <a:custGeom>
              <a:rect b="b" l="l" r="r" t="t"/>
              <a:pathLst>
                <a:path extrusionOk="0" h="76200" w="257175">
                  <a:moveTo>
                    <a:pt x="247745" y="7144"/>
                  </a:moveTo>
                  <a:lnTo>
                    <a:pt x="18288" y="7144"/>
                  </a:lnTo>
                  <a:cubicBezTo>
                    <a:pt x="12192" y="7144"/>
                    <a:pt x="7144" y="12097"/>
                    <a:pt x="7144" y="18288"/>
                  </a:cubicBezTo>
                  <a:lnTo>
                    <a:pt x="7144" y="62675"/>
                  </a:lnTo>
                  <a:cubicBezTo>
                    <a:pt x="7144" y="68771"/>
                    <a:pt x="12096" y="73819"/>
                    <a:pt x="18288" y="73819"/>
                  </a:cubicBezTo>
                  <a:lnTo>
                    <a:pt x="247745" y="73819"/>
                  </a:lnTo>
                  <a:cubicBezTo>
                    <a:pt x="253841" y="73819"/>
                    <a:pt x="258889" y="68866"/>
                    <a:pt x="258889" y="62675"/>
                  </a:cubicBezTo>
                  <a:lnTo>
                    <a:pt x="258889" y="18288"/>
                  </a:lnTo>
                  <a:cubicBezTo>
                    <a:pt x="258794" y="12097"/>
                    <a:pt x="253841" y="7144"/>
                    <a:pt x="247745" y="7144"/>
                  </a:cubicBezTo>
                  <a:close/>
                  <a:moveTo>
                    <a:pt x="157448" y="51530"/>
                  </a:moveTo>
                  <a:lnTo>
                    <a:pt x="29432" y="51530"/>
                  </a:lnTo>
                  <a:lnTo>
                    <a:pt x="29432" y="29337"/>
                  </a:lnTo>
                  <a:lnTo>
                    <a:pt x="157448" y="29337"/>
                  </a:lnTo>
                  <a:lnTo>
                    <a:pt x="157448" y="51530"/>
                  </a:lnTo>
                  <a:close/>
                  <a:moveTo>
                    <a:pt x="236601" y="51530"/>
                  </a:moveTo>
                  <a:lnTo>
                    <a:pt x="179641" y="51530"/>
                  </a:lnTo>
                  <a:lnTo>
                    <a:pt x="179641" y="29337"/>
                  </a:lnTo>
                  <a:lnTo>
                    <a:pt x="236601" y="29337"/>
                  </a:lnTo>
                  <a:lnTo>
                    <a:pt x="236601" y="5153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05" name="Google Shape;305;p45"/>
            <p:cNvSpPr/>
            <p:nvPr/>
          </p:nvSpPr>
          <p:spPr>
            <a:xfrm>
              <a:off x="6937906" y="1099470"/>
              <a:ext cx="257175" cy="76200"/>
            </a:xfrm>
            <a:custGeom>
              <a:rect b="b" l="l" r="r" t="t"/>
              <a:pathLst>
                <a:path extrusionOk="0" h="76200" w="257175">
                  <a:moveTo>
                    <a:pt x="247745" y="7144"/>
                  </a:moveTo>
                  <a:lnTo>
                    <a:pt x="18288" y="7144"/>
                  </a:lnTo>
                  <a:cubicBezTo>
                    <a:pt x="12192" y="7144"/>
                    <a:pt x="7144" y="12097"/>
                    <a:pt x="7144" y="18288"/>
                  </a:cubicBezTo>
                  <a:lnTo>
                    <a:pt x="7144" y="62675"/>
                  </a:lnTo>
                  <a:cubicBezTo>
                    <a:pt x="7144" y="68770"/>
                    <a:pt x="12096" y="73819"/>
                    <a:pt x="18288" y="73819"/>
                  </a:cubicBezTo>
                  <a:lnTo>
                    <a:pt x="247745" y="73819"/>
                  </a:lnTo>
                  <a:cubicBezTo>
                    <a:pt x="253841" y="73819"/>
                    <a:pt x="258889" y="68866"/>
                    <a:pt x="258889" y="62675"/>
                  </a:cubicBezTo>
                  <a:lnTo>
                    <a:pt x="258889" y="18288"/>
                  </a:lnTo>
                  <a:cubicBezTo>
                    <a:pt x="258794" y="12097"/>
                    <a:pt x="253841" y="7144"/>
                    <a:pt x="247745" y="7144"/>
                  </a:cubicBezTo>
                  <a:close/>
                  <a:moveTo>
                    <a:pt x="29432" y="29337"/>
                  </a:moveTo>
                  <a:lnTo>
                    <a:pt x="53149" y="29337"/>
                  </a:lnTo>
                  <a:lnTo>
                    <a:pt x="53149" y="51530"/>
                  </a:lnTo>
                  <a:lnTo>
                    <a:pt x="29432" y="51530"/>
                  </a:lnTo>
                  <a:lnTo>
                    <a:pt x="29432" y="29337"/>
                  </a:lnTo>
                  <a:close/>
                  <a:moveTo>
                    <a:pt x="236601" y="51530"/>
                  </a:moveTo>
                  <a:lnTo>
                    <a:pt x="75247" y="51530"/>
                  </a:lnTo>
                  <a:lnTo>
                    <a:pt x="75247" y="29337"/>
                  </a:lnTo>
                  <a:lnTo>
                    <a:pt x="236601" y="29337"/>
                  </a:lnTo>
                  <a:lnTo>
                    <a:pt x="236601" y="5153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06" name="Google Shape;306;p45"/>
            <p:cNvSpPr/>
            <p:nvPr/>
          </p:nvSpPr>
          <p:spPr>
            <a:xfrm>
              <a:off x="6937906" y="1189005"/>
              <a:ext cx="257175" cy="76200"/>
            </a:xfrm>
            <a:custGeom>
              <a:rect b="b" l="l" r="r" t="t"/>
              <a:pathLst>
                <a:path extrusionOk="0" h="76200" w="257175">
                  <a:moveTo>
                    <a:pt x="247745" y="7144"/>
                  </a:moveTo>
                  <a:lnTo>
                    <a:pt x="18288" y="7144"/>
                  </a:lnTo>
                  <a:cubicBezTo>
                    <a:pt x="12192" y="7144"/>
                    <a:pt x="7144" y="12097"/>
                    <a:pt x="7144" y="18288"/>
                  </a:cubicBezTo>
                  <a:lnTo>
                    <a:pt x="7144" y="62675"/>
                  </a:lnTo>
                  <a:cubicBezTo>
                    <a:pt x="7144" y="68770"/>
                    <a:pt x="12096" y="73819"/>
                    <a:pt x="18288" y="73819"/>
                  </a:cubicBezTo>
                  <a:lnTo>
                    <a:pt x="247745" y="73819"/>
                  </a:lnTo>
                  <a:cubicBezTo>
                    <a:pt x="253841" y="73819"/>
                    <a:pt x="258889" y="68866"/>
                    <a:pt x="258889" y="62675"/>
                  </a:cubicBezTo>
                  <a:lnTo>
                    <a:pt x="258889" y="18288"/>
                  </a:lnTo>
                  <a:cubicBezTo>
                    <a:pt x="258794" y="12097"/>
                    <a:pt x="253841" y="7144"/>
                    <a:pt x="247745" y="7144"/>
                  </a:cubicBezTo>
                  <a:close/>
                  <a:moveTo>
                    <a:pt x="29432" y="29337"/>
                  </a:moveTo>
                  <a:lnTo>
                    <a:pt x="192214" y="29337"/>
                  </a:lnTo>
                  <a:lnTo>
                    <a:pt x="192214" y="51530"/>
                  </a:lnTo>
                  <a:lnTo>
                    <a:pt x="29432" y="51530"/>
                  </a:lnTo>
                  <a:lnTo>
                    <a:pt x="29432" y="29337"/>
                  </a:lnTo>
                  <a:close/>
                  <a:moveTo>
                    <a:pt x="236601" y="51530"/>
                  </a:moveTo>
                  <a:lnTo>
                    <a:pt x="214408" y="51530"/>
                  </a:lnTo>
                  <a:lnTo>
                    <a:pt x="214408" y="29337"/>
                  </a:lnTo>
                  <a:lnTo>
                    <a:pt x="236601" y="29337"/>
                  </a:lnTo>
                  <a:lnTo>
                    <a:pt x="236601" y="5153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sp>
        <p:nvSpPr>
          <p:cNvPr id="307" name="Google Shape;307;p45"/>
          <p:cNvSpPr txBox="1"/>
          <p:nvPr/>
        </p:nvSpPr>
        <p:spPr>
          <a:xfrm>
            <a:off x="750083" y="3506965"/>
            <a:ext cx="1553400" cy="531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000">
                <a:solidFill>
                  <a:schemeClr val="lt1"/>
                </a:solidFill>
                <a:latin typeface="Poppins Light"/>
                <a:ea typeface="Poppins Light"/>
                <a:cs typeface="Poppins Light"/>
                <a:sym typeface="Poppins Light"/>
              </a:rPr>
              <a:t>Lorem ipsum dolor sit amet, consectetur adipisicing elit</a:t>
            </a:r>
            <a:endParaRPr sz="1000">
              <a:solidFill>
                <a:schemeClr val="lt1"/>
              </a:solidFill>
              <a:latin typeface="Poppins Light"/>
              <a:ea typeface="Poppins Light"/>
              <a:cs typeface="Poppins Light"/>
              <a:sym typeface="Poppins Light"/>
            </a:endParaRPr>
          </a:p>
        </p:txBody>
      </p:sp>
      <p:sp>
        <p:nvSpPr>
          <p:cNvPr id="308" name="Google Shape;308;p45"/>
          <p:cNvSpPr/>
          <p:nvPr/>
        </p:nvSpPr>
        <p:spPr>
          <a:xfrm>
            <a:off x="750083" y="3220232"/>
            <a:ext cx="1553532" cy="276999"/>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ko" sz="1400">
                <a:solidFill>
                  <a:schemeClr val="lt1"/>
                </a:solidFill>
                <a:latin typeface="Poppins SemiBold"/>
                <a:ea typeface="Poppins SemiBold"/>
                <a:cs typeface="Poppins SemiBold"/>
                <a:sym typeface="Poppins SemiBold"/>
              </a:rPr>
              <a:t>Lorem ipsum</a:t>
            </a:r>
            <a:endParaRPr sz="1100"/>
          </a:p>
        </p:txBody>
      </p:sp>
      <p:sp>
        <p:nvSpPr>
          <p:cNvPr id="309" name="Google Shape;309;p45"/>
          <p:cNvSpPr/>
          <p:nvPr/>
        </p:nvSpPr>
        <p:spPr>
          <a:xfrm>
            <a:off x="2616856" y="1534886"/>
            <a:ext cx="1877382" cy="2806882"/>
          </a:xfrm>
          <a:prstGeom prst="rect">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nvGrpSpPr>
          <p:cNvPr id="310" name="Google Shape;310;p45"/>
          <p:cNvGrpSpPr/>
          <p:nvPr/>
        </p:nvGrpSpPr>
        <p:grpSpPr>
          <a:xfrm>
            <a:off x="3322622" y="2578038"/>
            <a:ext cx="465554" cy="470036"/>
            <a:chOff x="5449339" y="2217420"/>
            <a:chExt cx="388048" cy="391784"/>
          </a:xfrm>
        </p:grpSpPr>
        <p:sp>
          <p:nvSpPr>
            <p:cNvPr id="311" name="Google Shape;311;p45"/>
            <p:cNvSpPr/>
            <p:nvPr/>
          </p:nvSpPr>
          <p:spPr>
            <a:xfrm>
              <a:off x="5561162" y="2217420"/>
              <a:ext cx="276225" cy="361950"/>
            </a:xfrm>
            <a:custGeom>
              <a:rect b="b" l="l" r="r" t="t"/>
              <a:pathLst>
                <a:path extrusionOk="0" h="361950" w="276225">
                  <a:moveTo>
                    <a:pt x="263366" y="96107"/>
                  </a:moveTo>
                  <a:lnTo>
                    <a:pt x="230029" y="96107"/>
                  </a:lnTo>
                  <a:lnTo>
                    <a:pt x="230029" y="40576"/>
                  </a:lnTo>
                  <a:cubicBezTo>
                    <a:pt x="230029" y="34480"/>
                    <a:pt x="225076" y="29432"/>
                    <a:pt x="218885" y="29432"/>
                  </a:cubicBezTo>
                  <a:lnTo>
                    <a:pt x="73818" y="29432"/>
                  </a:lnTo>
                  <a:lnTo>
                    <a:pt x="73818" y="18288"/>
                  </a:lnTo>
                  <a:cubicBezTo>
                    <a:pt x="73818" y="12192"/>
                    <a:pt x="68866" y="7144"/>
                    <a:pt x="62674" y="7144"/>
                  </a:cubicBezTo>
                  <a:lnTo>
                    <a:pt x="18288" y="7144"/>
                  </a:lnTo>
                  <a:cubicBezTo>
                    <a:pt x="12192" y="7144"/>
                    <a:pt x="7144" y="12097"/>
                    <a:pt x="7144" y="18288"/>
                  </a:cubicBezTo>
                  <a:lnTo>
                    <a:pt x="7144" y="62675"/>
                  </a:lnTo>
                  <a:cubicBezTo>
                    <a:pt x="7144" y="68771"/>
                    <a:pt x="12097" y="73819"/>
                    <a:pt x="18288" y="73819"/>
                  </a:cubicBezTo>
                  <a:lnTo>
                    <a:pt x="62674" y="73819"/>
                  </a:lnTo>
                  <a:cubicBezTo>
                    <a:pt x="68771" y="73819"/>
                    <a:pt x="73818" y="68866"/>
                    <a:pt x="73818" y="62675"/>
                  </a:cubicBezTo>
                  <a:lnTo>
                    <a:pt x="73818" y="51530"/>
                  </a:lnTo>
                  <a:lnTo>
                    <a:pt x="207740" y="51530"/>
                  </a:lnTo>
                  <a:lnTo>
                    <a:pt x="207740" y="95917"/>
                  </a:lnTo>
                  <a:lnTo>
                    <a:pt x="174402" y="95917"/>
                  </a:lnTo>
                  <a:cubicBezTo>
                    <a:pt x="168307" y="95917"/>
                    <a:pt x="163258" y="100870"/>
                    <a:pt x="163258" y="107061"/>
                  </a:cubicBezTo>
                  <a:lnTo>
                    <a:pt x="163258" y="263938"/>
                  </a:lnTo>
                  <a:cubicBezTo>
                    <a:pt x="163258" y="270034"/>
                    <a:pt x="168212" y="275082"/>
                    <a:pt x="174402" y="275082"/>
                  </a:cubicBezTo>
                  <a:lnTo>
                    <a:pt x="207740" y="275082"/>
                  </a:lnTo>
                  <a:lnTo>
                    <a:pt x="207740" y="319468"/>
                  </a:lnTo>
                  <a:lnTo>
                    <a:pt x="185547" y="319468"/>
                  </a:lnTo>
                  <a:lnTo>
                    <a:pt x="185547" y="308324"/>
                  </a:lnTo>
                  <a:cubicBezTo>
                    <a:pt x="185547" y="302228"/>
                    <a:pt x="180594" y="297180"/>
                    <a:pt x="174402" y="297180"/>
                  </a:cubicBezTo>
                  <a:lnTo>
                    <a:pt x="130016" y="297180"/>
                  </a:lnTo>
                  <a:cubicBezTo>
                    <a:pt x="123920" y="297180"/>
                    <a:pt x="118872" y="302133"/>
                    <a:pt x="118872" y="308324"/>
                  </a:cubicBezTo>
                  <a:lnTo>
                    <a:pt x="118872" y="352711"/>
                  </a:lnTo>
                  <a:cubicBezTo>
                    <a:pt x="118872" y="358807"/>
                    <a:pt x="123825" y="363855"/>
                    <a:pt x="130016" y="363855"/>
                  </a:cubicBezTo>
                  <a:lnTo>
                    <a:pt x="174402" y="363855"/>
                  </a:lnTo>
                  <a:cubicBezTo>
                    <a:pt x="180499" y="363855"/>
                    <a:pt x="185547" y="358902"/>
                    <a:pt x="185547" y="352711"/>
                  </a:cubicBezTo>
                  <a:lnTo>
                    <a:pt x="185547" y="341567"/>
                  </a:lnTo>
                  <a:lnTo>
                    <a:pt x="218885" y="341567"/>
                  </a:lnTo>
                  <a:cubicBezTo>
                    <a:pt x="224980" y="341567"/>
                    <a:pt x="230029" y="336613"/>
                    <a:pt x="230029" y="330422"/>
                  </a:cubicBezTo>
                  <a:lnTo>
                    <a:pt x="230029" y="274892"/>
                  </a:lnTo>
                  <a:lnTo>
                    <a:pt x="263366" y="274892"/>
                  </a:lnTo>
                  <a:cubicBezTo>
                    <a:pt x="269462" y="274892"/>
                    <a:pt x="274510" y="269938"/>
                    <a:pt x="274510" y="263747"/>
                  </a:cubicBezTo>
                  <a:lnTo>
                    <a:pt x="274510" y="106871"/>
                  </a:lnTo>
                  <a:cubicBezTo>
                    <a:pt x="274510" y="101060"/>
                    <a:pt x="269462" y="96107"/>
                    <a:pt x="263366" y="96107"/>
                  </a:cubicBezTo>
                  <a:close/>
                  <a:moveTo>
                    <a:pt x="51721" y="51721"/>
                  </a:moveTo>
                  <a:lnTo>
                    <a:pt x="29527" y="51721"/>
                  </a:lnTo>
                  <a:lnTo>
                    <a:pt x="29527" y="29527"/>
                  </a:lnTo>
                  <a:lnTo>
                    <a:pt x="51721" y="29527"/>
                  </a:lnTo>
                  <a:lnTo>
                    <a:pt x="51721" y="51721"/>
                  </a:lnTo>
                  <a:close/>
                  <a:moveTo>
                    <a:pt x="163449" y="341852"/>
                  </a:moveTo>
                  <a:lnTo>
                    <a:pt x="141256" y="341852"/>
                  </a:lnTo>
                  <a:lnTo>
                    <a:pt x="141256" y="319659"/>
                  </a:lnTo>
                  <a:lnTo>
                    <a:pt x="163449" y="319659"/>
                  </a:lnTo>
                  <a:lnTo>
                    <a:pt x="163449" y="341852"/>
                  </a:lnTo>
                  <a:close/>
                  <a:moveTo>
                    <a:pt x="185642" y="162782"/>
                  </a:moveTo>
                  <a:lnTo>
                    <a:pt x="252222" y="162782"/>
                  </a:lnTo>
                  <a:lnTo>
                    <a:pt x="252222" y="208693"/>
                  </a:lnTo>
                  <a:lnTo>
                    <a:pt x="185642" y="208693"/>
                  </a:lnTo>
                  <a:lnTo>
                    <a:pt x="185642" y="162782"/>
                  </a:lnTo>
                  <a:close/>
                  <a:moveTo>
                    <a:pt x="252317" y="118300"/>
                  </a:moveTo>
                  <a:lnTo>
                    <a:pt x="252317" y="140494"/>
                  </a:lnTo>
                  <a:lnTo>
                    <a:pt x="185737" y="140494"/>
                  </a:lnTo>
                  <a:lnTo>
                    <a:pt x="185737" y="118300"/>
                  </a:lnTo>
                  <a:lnTo>
                    <a:pt x="252317" y="118300"/>
                  </a:lnTo>
                  <a:close/>
                  <a:moveTo>
                    <a:pt x="185642" y="252984"/>
                  </a:moveTo>
                  <a:lnTo>
                    <a:pt x="185642" y="230791"/>
                  </a:lnTo>
                  <a:lnTo>
                    <a:pt x="252222" y="230791"/>
                  </a:lnTo>
                  <a:lnTo>
                    <a:pt x="252222" y="252984"/>
                  </a:lnTo>
                  <a:lnTo>
                    <a:pt x="185642" y="252984"/>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12" name="Google Shape;312;p45"/>
            <p:cNvSpPr/>
            <p:nvPr/>
          </p:nvSpPr>
          <p:spPr>
            <a:xfrm>
              <a:off x="5494678" y="2485474"/>
              <a:ext cx="28575" cy="57150"/>
            </a:xfrm>
            <a:custGeom>
              <a:rect b="b" l="l" r="r" t="t"/>
              <a:pathLst>
                <a:path extrusionOk="0" h="57150" w="28575">
                  <a:moveTo>
                    <a:pt x="7144" y="18552"/>
                  </a:moveTo>
                  <a:lnTo>
                    <a:pt x="7144" y="40174"/>
                  </a:lnTo>
                  <a:cubicBezTo>
                    <a:pt x="7144" y="45889"/>
                    <a:pt x="11335" y="50842"/>
                    <a:pt x="16954" y="51509"/>
                  </a:cubicBezTo>
                  <a:cubicBezTo>
                    <a:pt x="23622" y="52271"/>
                    <a:pt x="29337" y="47032"/>
                    <a:pt x="29337" y="40460"/>
                  </a:cubicBezTo>
                  <a:lnTo>
                    <a:pt x="29337" y="18267"/>
                  </a:lnTo>
                  <a:cubicBezTo>
                    <a:pt x="29337" y="11694"/>
                    <a:pt x="23717" y="6456"/>
                    <a:pt x="16954" y="7218"/>
                  </a:cubicBezTo>
                  <a:cubicBezTo>
                    <a:pt x="11335" y="7884"/>
                    <a:pt x="7144" y="12837"/>
                    <a:pt x="7144" y="1855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13" name="Google Shape;313;p45"/>
            <p:cNvSpPr/>
            <p:nvPr/>
          </p:nvSpPr>
          <p:spPr>
            <a:xfrm>
              <a:off x="5494678" y="2552054"/>
              <a:ext cx="28575" cy="57150"/>
            </a:xfrm>
            <a:custGeom>
              <a:rect b="b" l="l" r="r" t="t"/>
              <a:pathLst>
                <a:path extrusionOk="0" h="57150" w="28575">
                  <a:moveTo>
                    <a:pt x="7144" y="18552"/>
                  </a:moveTo>
                  <a:lnTo>
                    <a:pt x="7144" y="40174"/>
                  </a:lnTo>
                  <a:cubicBezTo>
                    <a:pt x="7144" y="45889"/>
                    <a:pt x="11335" y="50842"/>
                    <a:pt x="16954" y="51509"/>
                  </a:cubicBezTo>
                  <a:cubicBezTo>
                    <a:pt x="23622" y="52271"/>
                    <a:pt x="29337" y="47032"/>
                    <a:pt x="29337" y="40460"/>
                  </a:cubicBezTo>
                  <a:lnTo>
                    <a:pt x="29337" y="18267"/>
                  </a:lnTo>
                  <a:cubicBezTo>
                    <a:pt x="29337" y="11694"/>
                    <a:pt x="23717" y="6456"/>
                    <a:pt x="16954" y="7218"/>
                  </a:cubicBezTo>
                  <a:cubicBezTo>
                    <a:pt x="11335" y="7884"/>
                    <a:pt x="7144" y="12932"/>
                    <a:pt x="7144" y="1855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14" name="Google Shape;314;p45"/>
            <p:cNvSpPr/>
            <p:nvPr/>
          </p:nvSpPr>
          <p:spPr>
            <a:xfrm>
              <a:off x="5561353" y="2485474"/>
              <a:ext cx="28575" cy="57150"/>
            </a:xfrm>
            <a:custGeom>
              <a:rect b="b" l="l" r="r" t="t"/>
              <a:pathLst>
                <a:path extrusionOk="0" h="57150" w="28575">
                  <a:moveTo>
                    <a:pt x="7144" y="18552"/>
                  </a:moveTo>
                  <a:lnTo>
                    <a:pt x="7144" y="40174"/>
                  </a:lnTo>
                  <a:cubicBezTo>
                    <a:pt x="7144" y="45889"/>
                    <a:pt x="11335" y="50842"/>
                    <a:pt x="16954" y="51509"/>
                  </a:cubicBezTo>
                  <a:cubicBezTo>
                    <a:pt x="23622" y="52271"/>
                    <a:pt x="29337" y="47032"/>
                    <a:pt x="29337" y="40460"/>
                  </a:cubicBezTo>
                  <a:lnTo>
                    <a:pt x="29337" y="18267"/>
                  </a:lnTo>
                  <a:cubicBezTo>
                    <a:pt x="29337" y="11694"/>
                    <a:pt x="23717" y="6456"/>
                    <a:pt x="16954" y="7218"/>
                  </a:cubicBezTo>
                  <a:cubicBezTo>
                    <a:pt x="11239" y="7884"/>
                    <a:pt x="7144" y="12837"/>
                    <a:pt x="7144" y="1855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15" name="Google Shape;315;p45"/>
            <p:cNvSpPr/>
            <p:nvPr/>
          </p:nvSpPr>
          <p:spPr>
            <a:xfrm>
              <a:off x="5561353" y="2552054"/>
              <a:ext cx="28575" cy="57150"/>
            </a:xfrm>
            <a:custGeom>
              <a:rect b="b" l="l" r="r" t="t"/>
              <a:pathLst>
                <a:path extrusionOk="0" h="57150" w="28575">
                  <a:moveTo>
                    <a:pt x="7144" y="18552"/>
                  </a:moveTo>
                  <a:lnTo>
                    <a:pt x="7144" y="40174"/>
                  </a:lnTo>
                  <a:cubicBezTo>
                    <a:pt x="7144" y="45889"/>
                    <a:pt x="11335" y="50842"/>
                    <a:pt x="16954" y="51509"/>
                  </a:cubicBezTo>
                  <a:cubicBezTo>
                    <a:pt x="23622" y="52271"/>
                    <a:pt x="29337" y="47032"/>
                    <a:pt x="29337" y="40460"/>
                  </a:cubicBezTo>
                  <a:lnTo>
                    <a:pt x="29337" y="18267"/>
                  </a:lnTo>
                  <a:cubicBezTo>
                    <a:pt x="29337" y="11694"/>
                    <a:pt x="23717" y="6456"/>
                    <a:pt x="16954" y="7218"/>
                  </a:cubicBezTo>
                  <a:cubicBezTo>
                    <a:pt x="11239" y="7884"/>
                    <a:pt x="7144" y="12932"/>
                    <a:pt x="7144" y="1855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16" name="Google Shape;316;p45"/>
            <p:cNvSpPr/>
            <p:nvPr/>
          </p:nvSpPr>
          <p:spPr>
            <a:xfrm>
              <a:off x="5628695" y="2485474"/>
              <a:ext cx="28575" cy="57150"/>
            </a:xfrm>
            <a:custGeom>
              <a:rect b="b" l="l" r="r" t="t"/>
              <a:pathLst>
                <a:path extrusionOk="0" h="57150" w="28575">
                  <a:moveTo>
                    <a:pt x="7144" y="18552"/>
                  </a:moveTo>
                  <a:lnTo>
                    <a:pt x="7144" y="40174"/>
                  </a:lnTo>
                  <a:cubicBezTo>
                    <a:pt x="7144" y="45889"/>
                    <a:pt x="11335" y="50842"/>
                    <a:pt x="16954" y="51509"/>
                  </a:cubicBezTo>
                  <a:cubicBezTo>
                    <a:pt x="23622" y="52271"/>
                    <a:pt x="29337" y="47032"/>
                    <a:pt x="29337" y="40460"/>
                  </a:cubicBezTo>
                  <a:lnTo>
                    <a:pt x="29337" y="18267"/>
                  </a:lnTo>
                  <a:cubicBezTo>
                    <a:pt x="29337" y="11694"/>
                    <a:pt x="23717" y="6456"/>
                    <a:pt x="16954" y="7218"/>
                  </a:cubicBezTo>
                  <a:cubicBezTo>
                    <a:pt x="11335" y="7884"/>
                    <a:pt x="7144" y="12837"/>
                    <a:pt x="7144" y="1855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17" name="Google Shape;317;p45"/>
            <p:cNvSpPr/>
            <p:nvPr/>
          </p:nvSpPr>
          <p:spPr>
            <a:xfrm>
              <a:off x="5628695" y="2552054"/>
              <a:ext cx="28575" cy="57150"/>
            </a:xfrm>
            <a:custGeom>
              <a:rect b="b" l="l" r="r" t="t"/>
              <a:pathLst>
                <a:path extrusionOk="0" h="57150" w="28575">
                  <a:moveTo>
                    <a:pt x="7144" y="18552"/>
                  </a:moveTo>
                  <a:lnTo>
                    <a:pt x="7144" y="40174"/>
                  </a:lnTo>
                  <a:cubicBezTo>
                    <a:pt x="7144" y="45889"/>
                    <a:pt x="11335" y="50842"/>
                    <a:pt x="16954" y="51509"/>
                  </a:cubicBezTo>
                  <a:cubicBezTo>
                    <a:pt x="23622" y="52271"/>
                    <a:pt x="29337" y="47032"/>
                    <a:pt x="29337" y="40460"/>
                  </a:cubicBezTo>
                  <a:lnTo>
                    <a:pt x="29337" y="18267"/>
                  </a:lnTo>
                  <a:cubicBezTo>
                    <a:pt x="29337" y="11694"/>
                    <a:pt x="23717" y="6456"/>
                    <a:pt x="16954" y="7218"/>
                  </a:cubicBezTo>
                  <a:cubicBezTo>
                    <a:pt x="11335" y="7884"/>
                    <a:pt x="7144" y="12932"/>
                    <a:pt x="7144" y="1855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18" name="Google Shape;318;p45"/>
            <p:cNvSpPr/>
            <p:nvPr/>
          </p:nvSpPr>
          <p:spPr>
            <a:xfrm>
              <a:off x="5449339" y="2306383"/>
              <a:ext cx="257175" cy="161925"/>
            </a:xfrm>
            <a:custGeom>
              <a:rect b="b" l="l" r="r" t="t"/>
              <a:pathLst>
                <a:path extrusionOk="0" h="161925" w="257175">
                  <a:moveTo>
                    <a:pt x="197358" y="164021"/>
                  </a:moveTo>
                  <a:cubicBezTo>
                    <a:pt x="228029" y="164021"/>
                    <a:pt x="252889" y="138493"/>
                    <a:pt x="252889" y="107728"/>
                  </a:cubicBezTo>
                  <a:cubicBezTo>
                    <a:pt x="252889" y="78105"/>
                    <a:pt x="229743" y="53340"/>
                    <a:pt x="200692" y="51625"/>
                  </a:cubicBezTo>
                  <a:cubicBezTo>
                    <a:pt x="187928" y="24670"/>
                    <a:pt x="160496" y="7144"/>
                    <a:pt x="130016" y="7144"/>
                  </a:cubicBezTo>
                  <a:cubicBezTo>
                    <a:pt x="99917" y="7144"/>
                    <a:pt x="72771" y="24765"/>
                    <a:pt x="60008" y="51625"/>
                  </a:cubicBezTo>
                  <a:cubicBezTo>
                    <a:pt x="30956" y="53340"/>
                    <a:pt x="7144" y="78105"/>
                    <a:pt x="7144" y="107728"/>
                  </a:cubicBezTo>
                  <a:cubicBezTo>
                    <a:pt x="7144" y="138398"/>
                    <a:pt x="32671" y="164021"/>
                    <a:pt x="63437" y="164021"/>
                  </a:cubicBezTo>
                  <a:lnTo>
                    <a:pt x="197358" y="164021"/>
                  </a:lnTo>
                  <a:close/>
                  <a:moveTo>
                    <a:pt x="29337" y="107823"/>
                  </a:moveTo>
                  <a:cubicBezTo>
                    <a:pt x="29337" y="89345"/>
                    <a:pt x="44958" y="73819"/>
                    <a:pt x="63341" y="73819"/>
                  </a:cubicBezTo>
                  <a:cubicBezTo>
                    <a:pt x="73343" y="74200"/>
                    <a:pt x="80867" y="77438"/>
                    <a:pt x="86868" y="83534"/>
                  </a:cubicBezTo>
                  <a:cubicBezTo>
                    <a:pt x="91154" y="87916"/>
                    <a:pt x="98203" y="87916"/>
                    <a:pt x="102584" y="83534"/>
                  </a:cubicBezTo>
                  <a:cubicBezTo>
                    <a:pt x="106966" y="79248"/>
                    <a:pt x="106966" y="72200"/>
                    <a:pt x="102584" y="67818"/>
                  </a:cubicBezTo>
                  <a:cubicBezTo>
                    <a:pt x="96965" y="62198"/>
                    <a:pt x="90488" y="58007"/>
                    <a:pt x="83249" y="55245"/>
                  </a:cubicBezTo>
                  <a:cubicBezTo>
                    <a:pt x="93250" y="39338"/>
                    <a:pt x="110776" y="29337"/>
                    <a:pt x="129921" y="29337"/>
                  </a:cubicBezTo>
                  <a:cubicBezTo>
                    <a:pt x="149352" y="29337"/>
                    <a:pt x="167164" y="39338"/>
                    <a:pt x="177260" y="55150"/>
                  </a:cubicBezTo>
                  <a:cubicBezTo>
                    <a:pt x="169736" y="57912"/>
                    <a:pt x="162878" y="62198"/>
                    <a:pt x="157353" y="67818"/>
                  </a:cubicBezTo>
                  <a:cubicBezTo>
                    <a:pt x="152971" y="72104"/>
                    <a:pt x="152971" y="79153"/>
                    <a:pt x="157353" y="83534"/>
                  </a:cubicBezTo>
                  <a:cubicBezTo>
                    <a:pt x="161639" y="87916"/>
                    <a:pt x="168688" y="87916"/>
                    <a:pt x="173069" y="83534"/>
                  </a:cubicBezTo>
                  <a:cubicBezTo>
                    <a:pt x="178689" y="77915"/>
                    <a:pt x="186595" y="74200"/>
                    <a:pt x="197358" y="73819"/>
                  </a:cubicBezTo>
                  <a:cubicBezTo>
                    <a:pt x="215455" y="73819"/>
                    <a:pt x="230696" y="89440"/>
                    <a:pt x="230696" y="107823"/>
                  </a:cubicBezTo>
                  <a:cubicBezTo>
                    <a:pt x="230696" y="126301"/>
                    <a:pt x="215455" y="141827"/>
                    <a:pt x="197358" y="141827"/>
                  </a:cubicBezTo>
                  <a:lnTo>
                    <a:pt x="63437" y="141827"/>
                  </a:lnTo>
                  <a:cubicBezTo>
                    <a:pt x="44958" y="141827"/>
                    <a:pt x="29337" y="126301"/>
                    <a:pt x="29337" y="107823"/>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sp>
        <p:nvSpPr>
          <p:cNvPr id="319" name="Google Shape;319;p45"/>
          <p:cNvSpPr txBox="1"/>
          <p:nvPr/>
        </p:nvSpPr>
        <p:spPr>
          <a:xfrm>
            <a:off x="2775776" y="3506965"/>
            <a:ext cx="1553400" cy="531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000">
                <a:solidFill>
                  <a:schemeClr val="lt1"/>
                </a:solidFill>
                <a:latin typeface="Poppins Light"/>
                <a:ea typeface="Poppins Light"/>
                <a:cs typeface="Poppins Light"/>
                <a:sym typeface="Poppins Light"/>
              </a:rPr>
              <a:t>Lorem ipsum dolor sit amet, consectetur adipisicing elit</a:t>
            </a:r>
            <a:endParaRPr sz="1000">
              <a:solidFill>
                <a:schemeClr val="lt1"/>
              </a:solidFill>
              <a:latin typeface="Poppins Light"/>
              <a:ea typeface="Poppins Light"/>
              <a:cs typeface="Poppins Light"/>
              <a:sym typeface="Poppins Light"/>
            </a:endParaRPr>
          </a:p>
        </p:txBody>
      </p:sp>
      <p:sp>
        <p:nvSpPr>
          <p:cNvPr id="320" name="Google Shape;320;p45"/>
          <p:cNvSpPr/>
          <p:nvPr/>
        </p:nvSpPr>
        <p:spPr>
          <a:xfrm>
            <a:off x="2775775" y="3220232"/>
            <a:ext cx="1553532" cy="276999"/>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ko" sz="1400">
                <a:solidFill>
                  <a:schemeClr val="lt1"/>
                </a:solidFill>
                <a:latin typeface="Poppins SemiBold"/>
                <a:ea typeface="Poppins SemiBold"/>
                <a:cs typeface="Poppins SemiBold"/>
                <a:sym typeface="Poppins SemiBold"/>
              </a:rPr>
              <a:t>Lorem ipsum</a:t>
            </a:r>
            <a:endParaRPr sz="1100"/>
          </a:p>
        </p:txBody>
      </p:sp>
      <p:sp>
        <p:nvSpPr>
          <p:cNvPr id="321" name="Google Shape;321;p45"/>
          <p:cNvSpPr/>
          <p:nvPr/>
        </p:nvSpPr>
        <p:spPr>
          <a:xfrm>
            <a:off x="4641047" y="1534886"/>
            <a:ext cx="1877382" cy="2806882"/>
          </a:xfrm>
          <a:prstGeom prst="rect">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nvGrpSpPr>
          <p:cNvPr id="322" name="Google Shape;322;p45"/>
          <p:cNvGrpSpPr/>
          <p:nvPr/>
        </p:nvGrpSpPr>
        <p:grpSpPr>
          <a:xfrm>
            <a:off x="5348922" y="2578794"/>
            <a:ext cx="460554" cy="468525"/>
            <a:chOff x="7483688" y="912076"/>
            <a:chExt cx="383879" cy="390525"/>
          </a:xfrm>
        </p:grpSpPr>
        <p:sp>
          <p:nvSpPr>
            <p:cNvPr id="323" name="Google Shape;323;p45"/>
            <p:cNvSpPr/>
            <p:nvPr/>
          </p:nvSpPr>
          <p:spPr>
            <a:xfrm>
              <a:off x="7483688" y="912076"/>
              <a:ext cx="161925" cy="390525"/>
            </a:xfrm>
            <a:custGeom>
              <a:rect b="b" l="l" r="r" t="t"/>
              <a:pathLst>
                <a:path extrusionOk="0" h="390525" w="161925">
                  <a:moveTo>
                    <a:pt x="140303" y="62616"/>
                  </a:moveTo>
                  <a:cubicBezTo>
                    <a:pt x="140303" y="31374"/>
                    <a:pt x="114300" y="6038"/>
                    <a:pt x="82772" y="7181"/>
                  </a:cubicBezTo>
                  <a:cubicBezTo>
                    <a:pt x="52864" y="8229"/>
                    <a:pt x="29337" y="33375"/>
                    <a:pt x="29337" y="63378"/>
                  </a:cubicBezTo>
                  <a:lnTo>
                    <a:pt x="29337" y="253688"/>
                  </a:lnTo>
                  <a:cubicBezTo>
                    <a:pt x="15144" y="268261"/>
                    <a:pt x="7144" y="287883"/>
                    <a:pt x="7144" y="308457"/>
                  </a:cubicBezTo>
                  <a:cubicBezTo>
                    <a:pt x="7144" y="351319"/>
                    <a:pt x="42005" y="386181"/>
                    <a:pt x="84867" y="386181"/>
                  </a:cubicBezTo>
                  <a:cubicBezTo>
                    <a:pt x="127730" y="386181"/>
                    <a:pt x="162592" y="351319"/>
                    <a:pt x="162592" y="308457"/>
                  </a:cubicBezTo>
                  <a:cubicBezTo>
                    <a:pt x="162592" y="287978"/>
                    <a:pt x="154591" y="268261"/>
                    <a:pt x="140398" y="253688"/>
                  </a:cubicBezTo>
                  <a:lnTo>
                    <a:pt x="140398" y="62616"/>
                  </a:lnTo>
                  <a:close/>
                  <a:moveTo>
                    <a:pt x="118110" y="141007"/>
                  </a:moveTo>
                  <a:lnTo>
                    <a:pt x="95917" y="141007"/>
                  </a:lnTo>
                  <a:lnTo>
                    <a:pt x="95917" y="118814"/>
                  </a:lnTo>
                  <a:lnTo>
                    <a:pt x="118110" y="118814"/>
                  </a:lnTo>
                  <a:lnTo>
                    <a:pt x="118110" y="141007"/>
                  </a:lnTo>
                  <a:close/>
                  <a:moveTo>
                    <a:pt x="85058" y="297217"/>
                  </a:moveTo>
                  <a:cubicBezTo>
                    <a:pt x="91154" y="297217"/>
                    <a:pt x="96202" y="302170"/>
                    <a:pt x="96202" y="308361"/>
                  </a:cubicBezTo>
                  <a:cubicBezTo>
                    <a:pt x="96202" y="314553"/>
                    <a:pt x="91250" y="319506"/>
                    <a:pt x="85058" y="319506"/>
                  </a:cubicBezTo>
                  <a:cubicBezTo>
                    <a:pt x="78962" y="319506"/>
                    <a:pt x="73914" y="314553"/>
                    <a:pt x="73914" y="308361"/>
                  </a:cubicBezTo>
                  <a:cubicBezTo>
                    <a:pt x="73914" y="302170"/>
                    <a:pt x="78962" y="297217"/>
                    <a:pt x="85058" y="297217"/>
                  </a:cubicBezTo>
                  <a:close/>
                  <a:moveTo>
                    <a:pt x="95917" y="163200"/>
                  </a:moveTo>
                  <a:lnTo>
                    <a:pt x="118110" y="163200"/>
                  </a:lnTo>
                  <a:lnTo>
                    <a:pt x="118110" y="185394"/>
                  </a:lnTo>
                  <a:lnTo>
                    <a:pt x="95917" y="185394"/>
                  </a:lnTo>
                  <a:lnTo>
                    <a:pt x="95917" y="163200"/>
                  </a:lnTo>
                  <a:close/>
                  <a:moveTo>
                    <a:pt x="84772" y="363797"/>
                  </a:moveTo>
                  <a:cubicBezTo>
                    <a:pt x="54197" y="363797"/>
                    <a:pt x="29242" y="338937"/>
                    <a:pt x="29242" y="308266"/>
                  </a:cubicBezTo>
                  <a:cubicBezTo>
                    <a:pt x="29242" y="292550"/>
                    <a:pt x="36195" y="276929"/>
                    <a:pt x="47816" y="266451"/>
                  </a:cubicBezTo>
                  <a:cubicBezTo>
                    <a:pt x="50102" y="264356"/>
                    <a:pt x="51435" y="261308"/>
                    <a:pt x="51435" y="258165"/>
                  </a:cubicBezTo>
                  <a:lnTo>
                    <a:pt x="51435" y="63188"/>
                  </a:lnTo>
                  <a:cubicBezTo>
                    <a:pt x="51435" y="45852"/>
                    <a:pt x="65532" y="30327"/>
                    <a:pt x="82868" y="29374"/>
                  </a:cubicBezTo>
                  <a:cubicBezTo>
                    <a:pt x="102108" y="28326"/>
                    <a:pt x="118015" y="43662"/>
                    <a:pt x="118015" y="62616"/>
                  </a:cubicBezTo>
                  <a:lnTo>
                    <a:pt x="118015" y="96621"/>
                  </a:lnTo>
                  <a:lnTo>
                    <a:pt x="95821" y="96621"/>
                  </a:lnTo>
                  <a:lnTo>
                    <a:pt x="95821" y="62902"/>
                  </a:lnTo>
                  <a:cubicBezTo>
                    <a:pt x="95821" y="57187"/>
                    <a:pt x="91630" y="52234"/>
                    <a:pt x="86010" y="51567"/>
                  </a:cubicBezTo>
                  <a:cubicBezTo>
                    <a:pt x="79343" y="50805"/>
                    <a:pt x="73628" y="56044"/>
                    <a:pt x="73628" y="62616"/>
                  </a:cubicBezTo>
                  <a:lnTo>
                    <a:pt x="73628" y="276929"/>
                  </a:lnTo>
                  <a:cubicBezTo>
                    <a:pt x="60103" y="281691"/>
                    <a:pt x="50578" y="294931"/>
                    <a:pt x="51435" y="310266"/>
                  </a:cubicBezTo>
                  <a:cubicBezTo>
                    <a:pt x="52388" y="327221"/>
                    <a:pt x="66294" y="340937"/>
                    <a:pt x="83344" y="341604"/>
                  </a:cubicBezTo>
                  <a:cubicBezTo>
                    <a:pt x="102298" y="342366"/>
                    <a:pt x="118015" y="327126"/>
                    <a:pt x="118015" y="308361"/>
                  </a:cubicBezTo>
                  <a:cubicBezTo>
                    <a:pt x="118015" y="293883"/>
                    <a:pt x="108775" y="281596"/>
                    <a:pt x="95821" y="276929"/>
                  </a:cubicBezTo>
                  <a:lnTo>
                    <a:pt x="95821" y="207682"/>
                  </a:lnTo>
                  <a:lnTo>
                    <a:pt x="118015" y="207682"/>
                  </a:lnTo>
                  <a:lnTo>
                    <a:pt x="118015" y="258355"/>
                  </a:lnTo>
                  <a:cubicBezTo>
                    <a:pt x="118015" y="261498"/>
                    <a:pt x="119348" y="264451"/>
                    <a:pt x="121634" y="266642"/>
                  </a:cubicBezTo>
                  <a:cubicBezTo>
                    <a:pt x="133255" y="277119"/>
                    <a:pt x="140208" y="292740"/>
                    <a:pt x="140208" y="308457"/>
                  </a:cubicBezTo>
                  <a:cubicBezTo>
                    <a:pt x="140303" y="338937"/>
                    <a:pt x="115443" y="363797"/>
                    <a:pt x="84772" y="363797"/>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24" name="Google Shape;324;p45"/>
            <p:cNvSpPr/>
            <p:nvPr/>
          </p:nvSpPr>
          <p:spPr>
            <a:xfrm>
              <a:off x="7638872" y="934878"/>
              <a:ext cx="228600" cy="76200"/>
            </a:xfrm>
            <a:custGeom>
              <a:rect b="b" l="l" r="r" t="t"/>
              <a:pathLst>
                <a:path extrusionOk="0" h="76200" w="228600">
                  <a:moveTo>
                    <a:pt x="219720" y="29432"/>
                  </a:moveTo>
                  <a:lnTo>
                    <a:pt x="208576" y="29432"/>
                  </a:lnTo>
                  <a:lnTo>
                    <a:pt x="208576" y="18288"/>
                  </a:lnTo>
                  <a:cubicBezTo>
                    <a:pt x="208576" y="12192"/>
                    <a:pt x="203623" y="7144"/>
                    <a:pt x="197432" y="7144"/>
                  </a:cubicBezTo>
                  <a:lnTo>
                    <a:pt x="153045" y="7144"/>
                  </a:lnTo>
                  <a:cubicBezTo>
                    <a:pt x="146949" y="7144"/>
                    <a:pt x="141901" y="12097"/>
                    <a:pt x="141901" y="18288"/>
                  </a:cubicBezTo>
                  <a:lnTo>
                    <a:pt x="141901" y="29432"/>
                  </a:lnTo>
                  <a:lnTo>
                    <a:pt x="18552" y="29432"/>
                  </a:lnTo>
                  <a:cubicBezTo>
                    <a:pt x="12838" y="29432"/>
                    <a:pt x="7884" y="33623"/>
                    <a:pt x="7218" y="39243"/>
                  </a:cubicBezTo>
                  <a:cubicBezTo>
                    <a:pt x="6455" y="45911"/>
                    <a:pt x="11695" y="51625"/>
                    <a:pt x="18267" y="51625"/>
                  </a:cubicBezTo>
                  <a:lnTo>
                    <a:pt x="141901" y="51625"/>
                  </a:lnTo>
                  <a:lnTo>
                    <a:pt x="141901" y="62770"/>
                  </a:lnTo>
                  <a:cubicBezTo>
                    <a:pt x="141901" y="68866"/>
                    <a:pt x="146854" y="73914"/>
                    <a:pt x="153045" y="73914"/>
                  </a:cubicBezTo>
                  <a:lnTo>
                    <a:pt x="197432" y="73914"/>
                  </a:lnTo>
                  <a:cubicBezTo>
                    <a:pt x="203528" y="73914"/>
                    <a:pt x="208576" y="68961"/>
                    <a:pt x="208576" y="62770"/>
                  </a:cubicBezTo>
                  <a:lnTo>
                    <a:pt x="208576" y="51625"/>
                  </a:lnTo>
                  <a:lnTo>
                    <a:pt x="219435" y="51625"/>
                  </a:lnTo>
                  <a:cubicBezTo>
                    <a:pt x="225150" y="51625"/>
                    <a:pt x="230103" y="47435"/>
                    <a:pt x="230770" y="41815"/>
                  </a:cubicBezTo>
                  <a:cubicBezTo>
                    <a:pt x="231531" y="35052"/>
                    <a:pt x="226293" y="29432"/>
                    <a:pt x="219720" y="29432"/>
                  </a:cubicBezTo>
                  <a:close/>
                  <a:moveTo>
                    <a:pt x="186383" y="51625"/>
                  </a:moveTo>
                  <a:lnTo>
                    <a:pt x="164189" y="51625"/>
                  </a:lnTo>
                  <a:lnTo>
                    <a:pt x="164189" y="29432"/>
                  </a:lnTo>
                  <a:lnTo>
                    <a:pt x="186383" y="29432"/>
                  </a:lnTo>
                  <a:lnTo>
                    <a:pt x="186383" y="51625"/>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25" name="Google Shape;325;p45"/>
            <p:cNvSpPr/>
            <p:nvPr/>
          </p:nvSpPr>
          <p:spPr>
            <a:xfrm>
              <a:off x="7638967" y="1023746"/>
              <a:ext cx="228600" cy="76200"/>
            </a:xfrm>
            <a:custGeom>
              <a:rect b="b" l="l" r="r" t="t"/>
              <a:pathLst>
                <a:path extrusionOk="0" h="76200" w="228600">
                  <a:moveTo>
                    <a:pt x="219625" y="29337"/>
                  </a:moveTo>
                  <a:lnTo>
                    <a:pt x="95991" y="29337"/>
                  </a:lnTo>
                  <a:lnTo>
                    <a:pt x="95991" y="18288"/>
                  </a:lnTo>
                  <a:cubicBezTo>
                    <a:pt x="95991" y="12192"/>
                    <a:pt x="91037" y="7144"/>
                    <a:pt x="84847" y="7144"/>
                  </a:cubicBezTo>
                  <a:lnTo>
                    <a:pt x="40460" y="7144"/>
                  </a:lnTo>
                  <a:cubicBezTo>
                    <a:pt x="34364" y="7144"/>
                    <a:pt x="29316" y="12097"/>
                    <a:pt x="29316" y="18288"/>
                  </a:cubicBezTo>
                  <a:lnTo>
                    <a:pt x="29316" y="29432"/>
                  </a:lnTo>
                  <a:lnTo>
                    <a:pt x="18552" y="29432"/>
                  </a:lnTo>
                  <a:cubicBezTo>
                    <a:pt x="12837" y="29432"/>
                    <a:pt x="7884" y="33623"/>
                    <a:pt x="7218" y="39243"/>
                  </a:cubicBezTo>
                  <a:cubicBezTo>
                    <a:pt x="6455" y="45910"/>
                    <a:pt x="11694" y="51626"/>
                    <a:pt x="18266" y="51626"/>
                  </a:cubicBezTo>
                  <a:lnTo>
                    <a:pt x="29411" y="51626"/>
                  </a:lnTo>
                  <a:lnTo>
                    <a:pt x="29411" y="62770"/>
                  </a:lnTo>
                  <a:cubicBezTo>
                    <a:pt x="29411" y="68866"/>
                    <a:pt x="34364" y="73914"/>
                    <a:pt x="40555" y="73914"/>
                  </a:cubicBezTo>
                  <a:lnTo>
                    <a:pt x="84941" y="73914"/>
                  </a:lnTo>
                  <a:cubicBezTo>
                    <a:pt x="91037" y="73914"/>
                    <a:pt x="96086" y="68961"/>
                    <a:pt x="96086" y="62770"/>
                  </a:cubicBezTo>
                  <a:lnTo>
                    <a:pt x="96086" y="51626"/>
                  </a:lnTo>
                  <a:lnTo>
                    <a:pt x="219434" y="51626"/>
                  </a:lnTo>
                  <a:cubicBezTo>
                    <a:pt x="225150" y="51626"/>
                    <a:pt x="230103" y="47434"/>
                    <a:pt x="230769" y="41815"/>
                  </a:cubicBezTo>
                  <a:cubicBezTo>
                    <a:pt x="231436" y="35052"/>
                    <a:pt x="226197" y="29337"/>
                    <a:pt x="219625" y="29337"/>
                  </a:cubicBezTo>
                  <a:close/>
                  <a:moveTo>
                    <a:pt x="73797" y="51530"/>
                  </a:moveTo>
                  <a:lnTo>
                    <a:pt x="51604" y="51530"/>
                  </a:lnTo>
                  <a:lnTo>
                    <a:pt x="51604" y="29337"/>
                  </a:lnTo>
                  <a:lnTo>
                    <a:pt x="73797" y="29337"/>
                  </a:lnTo>
                  <a:lnTo>
                    <a:pt x="73797" y="5153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26" name="Google Shape;326;p45"/>
            <p:cNvSpPr/>
            <p:nvPr/>
          </p:nvSpPr>
          <p:spPr>
            <a:xfrm>
              <a:off x="7638872" y="1112519"/>
              <a:ext cx="228600" cy="76200"/>
            </a:xfrm>
            <a:custGeom>
              <a:rect b="b" l="l" r="r" t="t"/>
              <a:pathLst>
                <a:path extrusionOk="0" h="76200" w="228600">
                  <a:moveTo>
                    <a:pt x="219720" y="29432"/>
                  </a:moveTo>
                  <a:lnTo>
                    <a:pt x="208576" y="29432"/>
                  </a:lnTo>
                  <a:lnTo>
                    <a:pt x="208576" y="18288"/>
                  </a:lnTo>
                  <a:cubicBezTo>
                    <a:pt x="208576" y="12192"/>
                    <a:pt x="203623" y="7144"/>
                    <a:pt x="197432" y="7144"/>
                  </a:cubicBezTo>
                  <a:lnTo>
                    <a:pt x="153045" y="7144"/>
                  </a:lnTo>
                  <a:cubicBezTo>
                    <a:pt x="146949" y="7144"/>
                    <a:pt x="141901" y="12097"/>
                    <a:pt x="141901" y="18288"/>
                  </a:cubicBezTo>
                  <a:lnTo>
                    <a:pt x="141901" y="29432"/>
                  </a:lnTo>
                  <a:lnTo>
                    <a:pt x="18552" y="29432"/>
                  </a:lnTo>
                  <a:cubicBezTo>
                    <a:pt x="12838" y="29432"/>
                    <a:pt x="7884" y="33623"/>
                    <a:pt x="7218" y="39243"/>
                  </a:cubicBezTo>
                  <a:cubicBezTo>
                    <a:pt x="6455" y="45911"/>
                    <a:pt x="11695" y="51626"/>
                    <a:pt x="18267" y="51626"/>
                  </a:cubicBezTo>
                  <a:lnTo>
                    <a:pt x="141901" y="51626"/>
                  </a:lnTo>
                  <a:lnTo>
                    <a:pt x="141901" y="62770"/>
                  </a:lnTo>
                  <a:cubicBezTo>
                    <a:pt x="141901" y="68866"/>
                    <a:pt x="146854" y="73914"/>
                    <a:pt x="153045" y="73914"/>
                  </a:cubicBezTo>
                  <a:lnTo>
                    <a:pt x="197432" y="73914"/>
                  </a:lnTo>
                  <a:cubicBezTo>
                    <a:pt x="203528" y="73914"/>
                    <a:pt x="208576" y="68961"/>
                    <a:pt x="208576" y="62770"/>
                  </a:cubicBezTo>
                  <a:lnTo>
                    <a:pt x="208576" y="51626"/>
                  </a:lnTo>
                  <a:lnTo>
                    <a:pt x="219435" y="51626"/>
                  </a:lnTo>
                  <a:cubicBezTo>
                    <a:pt x="225150" y="51626"/>
                    <a:pt x="230103" y="47435"/>
                    <a:pt x="230770" y="41815"/>
                  </a:cubicBezTo>
                  <a:cubicBezTo>
                    <a:pt x="231531" y="35052"/>
                    <a:pt x="226293" y="29432"/>
                    <a:pt x="219720" y="29432"/>
                  </a:cubicBezTo>
                  <a:close/>
                  <a:moveTo>
                    <a:pt x="186383" y="51626"/>
                  </a:moveTo>
                  <a:lnTo>
                    <a:pt x="164189" y="51626"/>
                  </a:lnTo>
                  <a:lnTo>
                    <a:pt x="164189" y="29432"/>
                  </a:lnTo>
                  <a:lnTo>
                    <a:pt x="186383" y="29432"/>
                  </a:lnTo>
                  <a:lnTo>
                    <a:pt x="186383" y="51626"/>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sp>
        <p:nvSpPr>
          <p:cNvPr id="327" name="Google Shape;327;p45"/>
          <p:cNvSpPr txBox="1"/>
          <p:nvPr/>
        </p:nvSpPr>
        <p:spPr>
          <a:xfrm>
            <a:off x="4801468" y="3506965"/>
            <a:ext cx="1553400" cy="531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000">
                <a:solidFill>
                  <a:schemeClr val="lt1"/>
                </a:solidFill>
                <a:latin typeface="Poppins Light"/>
                <a:ea typeface="Poppins Light"/>
                <a:cs typeface="Poppins Light"/>
                <a:sym typeface="Poppins Light"/>
              </a:rPr>
              <a:t>Lorem ipsum dolor sit amet, consectetur adipisicing elit</a:t>
            </a:r>
            <a:endParaRPr sz="1000">
              <a:solidFill>
                <a:schemeClr val="lt1"/>
              </a:solidFill>
              <a:latin typeface="Poppins Light"/>
              <a:ea typeface="Poppins Light"/>
              <a:cs typeface="Poppins Light"/>
              <a:sym typeface="Poppins Light"/>
            </a:endParaRPr>
          </a:p>
        </p:txBody>
      </p:sp>
      <p:sp>
        <p:nvSpPr>
          <p:cNvPr id="328" name="Google Shape;328;p45"/>
          <p:cNvSpPr/>
          <p:nvPr/>
        </p:nvSpPr>
        <p:spPr>
          <a:xfrm>
            <a:off x="4801468" y="3220232"/>
            <a:ext cx="1553534" cy="276999"/>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ko" sz="1400">
                <a:solidFill>
                  <a:schemeClr val="lt1"/>
                </a:solidFill>
                <a:latin typeface="Poppins SemiBold"/>
                <a:ea typeface="Poppins SemiBold"/>
                <a:cs typeface="Poppins SemiBold"/>
                <a:sym typeface="Poppins SemiBold"/>
              </a:rPr>
              <a:t>Lorem ipsum</a:t>
            </a:r>
            <a:endParaRPr sz="1100"/>
          </a:p>
        </p:txBody>
      </p:sp>
      <p:sp>
        <p:nvSpPr>
          <p:cNvPr id="329" name="Google Shape;329;p45"/>
          <p:cNvSpPr/>
          <p:nvPr/>
        </p:nvSpPr>
        <p:spPr>
          <a:xfrm>
            <a:off x="6665238" y="1534886"/>
            <a:ext cx="1877382" cy="2806882"/>
          </a:xfrm>
          <a:prstGeom prst="rect">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nvGrpSpPr>
          <p:cNvPr id="330" name="Google Shape;330;p45"/>
          <p:cNvGrpSpPr/>
          <p:nvPr/>
        </p:nvGrpSpPr>
        <p:grpSpPr>
          <a:xfrm>
            <a:off x="7369665" y="2578794"/>
            <a:ext cx="468528" cy="468525"/>
            <a:chOff x="8162630" y="1551336"/>
            <a:chExt cx="390525" cy="390525"/>
          </a:xfrm>
        </p:grpSpPr>
        <p:sp>
          <p:nvSpPr>
            <p:cNvPr id="331" name="Google Shape;331;p45"/>
            <p:cNvSpPr/>
            <p:nvPr/>
          </p:nvSpPr>
          <p:spPr>
            <a:xfrm>
              <a:off x="8340938" y="1595723"/>
              <a:ext cx="28575" cy="28575"/>
            </a:xfrm>
            <a:custGeom>
              <a:rect b="b" l="l" r="r" t="t"/>
              <a:pathLst>
                <a:path extrusionOk="0" h="28575" w="28575">
                  <a:moveTo>
                    <a:pt x="29432" y="18288"/>
                  </a:moveTo>
                  <a:cubicBezTo>
                    <a:pt x="29432" y="24384"/>
                    <a:pt x="24479" y="29432"/>
                    <a:pt x="18288" y="29432"/>
                  </a:cubicBezTo>
                  <a:cubicBezTo>
                    <a:pt x="12192" y="29432"/>
                    <a:pt x="7144" y="24479"/>
                    <a:pt x="7144" y="18288"/>
                  </a:cubicBezTo>
                  <a:cubicBezTo>
                    <a:pt x="7144" y="12192"/>
                    <a:pt x="12097" y="7144"/>
                    <a:pt x="18288" y="7144"/>
                  </a:cubicBezTo>
                  <a:cubicBezTo>
                    <a:pt x="24479" y="7239"/>
                    <a:pt x="29432" y="12192"/>
                    <a:pt x="29432" y="182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32" name="Google Shape;332;p45"/>
            <p:cNvSpPr/>
            <p:nvPr/>
          </p:nvSpPr>
          <p:spPr>
            <a:xfrm>
              <a:off x="8207017" y="1619440"/>
              <a:ext cx="28575" cy="28575"/>
            </a:xfrm>
            <a:custGeom>
              <a:rect b="b" l="l" r="r" t="t"/>
              <a:pathLst>
                <a:path extrusionOk="0" h="28575" w="28575">
                  <a:moveTo>
                    <a:pt x="29432" y="18288"/>
                  </a:moveTo>
                  <a:cubicBezTo>
                    <a:pt x="29432" y="24384"/>
                    <a:pt x="24479" y="29432"/>
                    <a:pt x="18288" y="29432"/>
                  </a:cubicBezTo>
                  <a:cubicBezTo>
                    <a:pt x="12192" y="29432"/>
                    <a:pt x="7144" y="24479"/>
                    <a:pt x="7144" y="18288"/>
                  </a:cubicBezTo>
                  <a:cubicBezTo>
                    <a:pt x="7144" y="12192"/>
                    <a:pt x="12097" y="7144"/>
                    <a:pt x="18288" y="7144"/>
                  </a:cubicBezTo>
                  <a:cubicBezTo>
                    <a:pt x="24479" y="7144"/>
                    <a:pt x="29432" y="12097"/>
                    <a:pt x="29432" y="182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33" name="Google Shape;333;p45"/>
            <p:cNvSpPr/>
            <p:nvPr/>
          </p:nvSpPr>
          <p:spPr>
            <a:xfrm>
              <a:off x="8474955" y="1619440"/>
              <a:ext cx="28575" cy="28575"/>
            </a:xfrm>
            <a:custGeom>
              <a:rect b="b" l="l" r="r" t="t"/>
              <a:pathLst>
                <a:path extrusionOk="0" h="28575" w="28575">
                  <a:moveTo>
                    <a:pt x="29432" y="18288"/>
                  </a:moveTo>
                  <a:cubicBezTo>
                    <a:pt x="29432" y="24384"/>
                    <a:pt x="24479" y="29432"/>
                    <a:pt x="18288" y="29432"/>
                  </a:cubicBezTo>
                  <a:cubicBezTo>
                    <a:pt x="12192" y="29432"/>
                    <a:pt x="7144" y="24479"/>
                    <a:pt x="7144" y="18288"/>
                  </a:cubicBezTo>
                  <a:cubicBezTo>
                    <a:pt x="7144" y="12192"/>
                    <a:pt x="12096" y="7144"/>
                    <a:pt x="18288" y="7144"/>
                  </a:cubicBezTo>
                  <a:cubicBezTo>
                    <a:pt x="24479" y="7144"/>
                    <a:pt x="29432" y="12097"/>
                    <a:pt x="29432" y="182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34" name="Google Shape;334;p45"/>
            <p:cNvSpPr/>
            <p:nvPr/>
          </p:nvSpPr>
          <p:spPr>
            <a:xfrm>
              <a:off x="8162630" y="1551336"/>
              <a:ext cx="390525" cy="390525"/>
            </a:xfrm>
            <a:custGeom>
              <a:rect b="b" l="l" r="r" t="t"/>
              <a:pathLst>
                <a:path extrusionOk="0" h="390525" w="390525">
                  <a:moveTo>
                    <a:pt x="330708" y="30861"/>
                  </a:moveTo>
                  <a:cubicBezTo>
                    <a:pt x="300133" y="30861"/>
                    <a:pt x="275177" y="55721"/>
                    <a:pt x="275177" y="86392"/>
                  </a:cubicBezTo>
                  <a:cubicBezTo>
                    <a:pt x="275177" y="96107"/>
                    <a:pt x="277749" y="105727"/>
                    <a:pt x="282607" y="114109"/>
                  </a:cubicBezTo>
                  <a:lnTo>
                    <a:pt x="319564" y="178213"/>
                  </a:lnTo>
                  <a:lnTo>
                    <a:pt x="319564" y="208502"/>
                  </a:lnTo>
                  <a:lnTo>
                    <a:pt x="228124" y="208502"/>
                  </a:lnTo>
                  <a:cubicBezTo>
                    <a:pt x="224790" y="199072"/>
                    <a:pt x="217265" y="191548"/>
                    <a:pt x="207836" y="188214"/>
                  </a:cubicBezTo>
                  <a:lnTo>
                    <a:pt x="207836" y="154495"/>
                  </a:lnTo>
                  <a:lnTo>
                    <a:pt x="244793" y="90392"/>
                  </a:lnTo>
                  <a:cubicBezTo>
                    <a:pt x="249650" y="82010"/>
                    <a:pt x="252222" y="72390"/>
                    <a:pt x="252222" y="62674"/>
                  </a:cubicBezTo>
                  <a:cubicBezTo>
                    <a:pt x="252222" y="32099"/>
                    <a:pt x="227362" y="7144"/>
                    <a:pt x="196691" y="7144"/>
                  </a:cubicBezTo>
                  <a:cubicBezTo>
                    <a:pt x="166021" y="7144"/>
                    <a:pt x="141161" y="32004"/>
                    <a:pt x="141161" y="62674"/>
                  </a:cubicBezTo>
                  <a:cubicBezTo>
                    <a:pt x="141161" y="72390"/>
                    <a:pt x="143733" y="82010"/>
                    <a:pt x="148590" y="90392"/>
                  </a:cubicBezTo>
                  <a:lnTo>
                    <a:pt x="185547" y="154495"/>
                  </a:lnTo>
                  <a:lnTo>
                    <a:pt x="185547" y="188214"/>
                  </a:lnTo>
                  <a:cubicBezTo>
                    <a:pt x="176118" y="191548"/>
                    <a:pt x="168593" y="199072"/>
                    <a:pt x="165259" y="208502"/>
                  </a:cubicBezTo>
                  <a:lnTo>
                    <a:pt x="73819" y="208502"/>
                  </a:lnTo>
                  <a:lnTo>
                    <a:pt x="73819" y="178213"/>
                  </a:lnTo>
                  <a:lnTo>
                    <a:pt x="110776" y="114109"/>
                  </a:lnTo>
                  <a:cubicBezTo>
                    <a:pt x="115634" y="105727"/>
                    <a:pt x="118206" y="96107"/>
                    <a:pt x="118206" y="86392"/>
                  </a:cubicBezTo>
                  <a:cubicBezTo>
                    <a:pt x="118206" y="55817"/>
                    <a:pt x="93345" y="30861"/>
                    <a:pt x="62675" y="30861"/>
                  </a:cubicBezTo>
                  <a:cubicBezTo>
                    <a:pt x="32004" y="30861"/>
                    <a:pt x="7144" y="55721"/>
                    <a:pt x="7144" y="86392"/>
                  </a:cubicBezTo>
                  <a:cubicBezTo>
                    <a:pt x="7144" y="96107"/>
                    <a:pt x="9716" y="105727"/>
                    <a:pt x="14574" y="114109"/>
                  </a:cubicBezTo>
                  <a:lnTo>
                    <a:pt x="51531" y="178213"/>
                  </a:lnTo>
                  <a:lnTo>
                    <a:pt x="51531" y="219646"/>
                  </a:lnTo>
                  <a:cubicBezTo>
                    <a:pt x="51531" y="225742"/>
                    <a:pt x="56484" y="230791"/>
                    <a:pt x="62675" y="230791"/>
                  </a:cubicBezTo>
                  <a:lnTo>
                    <a:pt x="165259" y="230791"/>
                  </a:lnTo>
                  <a:cubicBezTo>
                    <a:pt x="168593" y="240220"/>
                    <a:pt x="176118" y="247745"/>
                    <a:pt x="185547" y="251079"/>
                  </a:cubicBezTo>
                  <a:lnTo>
                    <a:pt x="185547" y="275177"/>
                  </a:lnTo>
                  <a:lnTo>
                    <a:pt x="63437" y="275177"/>
                  </a:lnTo>
                  <a:cubicBezTo>
                    <a:pt x="57341" y="275177"/>
                    <a:pt x="52293" y="280130"/>
                    <a:pt x="52293" y="286321"/>
                  </a:cubicBezTo>
                  <a:lnTo>
                    <a:pt x="52293" y="375094"/>
                  </a:lnTo>
                  <a:cubicBezTo>
                    <a:pt x="52293" y="381190"/>
                    <a:pt x="57245" y="386239"/>
                    <a:pt x="63437" y="386239"/>
                  </a:cubicBezTo>
                  <a:lnTo>
                    <a:pt x="329851" y="386239"/>
                  </a:lnTo>
                  <a:cubicBezTo>
                    <a:pt x="335947" y="386239"/>
                    <a:pt x="340995" y="381286"/>
                    <a:pt x="340995" y="375094"/>
                  </a:cubicBezTo>
                  <a:lnTo>
                    <a:pt x="340995" y="286321"/>
                  </a:lnTo>
                  <a:cubicBezTo>
                    <a:pt x="340995" y="280225"/>
                    <a:pt x="336042" y="275177"/>
                    <a:pt x="329851" y="275177"/>
                  </a:cubicBezTo>
                  <a:lnTo>
                    <a:pt x="207740" y="275177"/>
                  </a:lnTo>
                  <a:lnTo>
                    <a:pt x="207740" y="251079"/>
                  </a:lnTo>
                  <a:cubicBezTo>
                    <a:pt x="217170" y="247745"/>
                    <a:pt x="224695" y="240220"/>
                    <a:pt x="228029" y="230791"/>
                  </a:cubicBezTo>
                  <a:lnTo>
                    <a:pt x="330613" y="230791"/>
                  </a:lnTo>
                  <a:cubicBezTo>
                    <a:pt x="336709" y="230791"/>
                    <a:pt x="341757" y="225838"/>
                    <a:pt x="341757" y="219646"/>
                  </a:cubicBezTo>
                  <a:lnTo>
                    <a:pt x="341757" y="178213"/>
                  </a:lnTo>
                  <a:lnTo>
                    <a:pt x="378714" y="114109"/>
                  </a:lnTo>
                  <a:cubicBezTo>
                    <a:pt x="383572" y="105727"/>
                    <a:pt x="386144" y="96107"/>
                    <a:pt x="386144" y="86392"/>
                  </a:cubicBezTo>
                  <a:cubicBezTo>
                    <a:pt x="386239" y="55721"/>
                    <a:pt x="361284" y="30861"/>
                    <a:pt x="330708" y="30861"/>
                  </a:cubicBezTo>
                  <a:close/>
                  <a:moveTo>
                    <a:pt x="33814" y="102965"/>
                  </a:moveTo>
                  <a:cubicBezTo>
                    <a:pt x="30956" y="97917"/>
                    <a:pt x="29337" y="92202"/>
                    <a:pt x="29337" y="86392"/>
                  </a:cubicBezTo>
                  <a:cubicBezTo>
                    <a:pt x="29337" y="68008"/>
                    <a:pt x="44291" y="53054"/>
                    <a:pt x="62675" y="53054"/>
                  </a:cubicBezTo>
                  <a:cubicBezTo>
                    <a:pt x="81058" y="53054"/>
                    <a:pt x="96012" y="68008"/>
                    <a:pt x="96012" y="86392"/>
                  </a:cubicBezTo>
                  <a:cubicBezTo>
                    <a:pt x="96012" y="92202"/>
                    <a:pt x="94488" y="98012"/>
                    <a:pt x="91536" y="103061"/>
                  </a:cubicBezTo>
                  <a:lnTo>
                    <a:pt x="62675" y="153067"/>
                  </a:lnTo>
                  <a:lnTo>
                    <a:pt x="33814" y="102965"/>
                  </a:lnTo>
                  <a:close/>
                  <a:moveTo>
                    <a:pt x="318802" y="363950"/>
                  </a:moveTo>
                  <a:lnTo>
                    <a:pt x="74581" y="363950"/>
                  </a:lnTo>
                  <a:lnTo>
                    <a:pt x="74581" y="297370"/>
                  </a:lnTo>
                  <a:lnTo>
                    <a:pt x="318802" y="297370"/>
                  </a:lnTo>
                  <a:lnTo>
                    <a:pt x="318802" y="363950"/>
                  </a:lnTo>
                  <a:close/>
                  <a:moveTo>
                    <a:pt x="167830" y="79343"/>
                  </a:moveTo>
                  <a:cubicBezTo>
                    <a:pt x="164973" y="74295"/>
                    <a:pt x="163354" y="68580"/>
                    <a:pt x="163354" y="62770"/>
                  </a:cubicBezTo>
                  <a:cubicBezTo>
                    <a:pt x="163354" y="44386"/>
                    <a:pt x="178308" y="29432"/>
                    <a:pt x="196691" y="29432"/>
                  </a:cubicBezTo>
                  <a:cubicBezTo>
                    <a:pt x="215075" y="29432"/>
                    <a:pt x="230029" y="44386"/>
                    <a:pt x="230029" y="62770"/>
                  </a:cubicBezTo>
                  <a:cubicBezTo>
                    <a:pt x="230029" y="68580"/>
                    <a:pt x="228505" y="74390"/>
                    <a:pt x="225553" y="79438"/>
                  </a:cubicBezTo>
                  <a:lnTo>
                    <a:pt x="196691" y="129445"/>
                  </a:lnTo>
                  <a:lnTo>
                    <a:pt x="167830" y="79343"/>
                  </a:lnTo>
                  <a:close/>
                  <a:moveTo>
                    <a:pt x="196691" y="230695"/>
                  </a:moveTo>
                  <a:cubicBezTo>
                    <a:pt x="190595" y="230695"/>
                    <a:pt x="185547" y="225742"/>
                    <a:pt x="185547" y="219551"/>
                  </a:cubicBezTo>
                  <a:cubicBezTo>
                    <a:pt x="185547" y="213455"/>
                    <a:pt x="190500" y="208407"/>
                    <a:pt x="196691" y="208407"/>
                  </a:cubicBezTo>
                  <a:cubicBezTo>
                    <a:pt x="202788" y="208407"/>
                    <a:pt x="207836" y="213360"/>
                    <a:pt x="207836" y="219551"/>
                  </a:cubicBezTo>
                  <a:cubicBezTo>
                    <a:pt x="207740" y="225742"/>
                    <a:pt x="202788" y="230695"/>
                    <a:pt x="196691" y="230695"/>
                  </a:cubicBezTo>
                  <a:close/>
                  <a:moveTo>
                    <a:pt x="359474" y="102965"/>
                  </a:moveTo>
                  <a:lnTo>
                    <a:pt x="330613" y="152971"/>
                  </a:lnTo>
                  <a:lnTo>
                    <a:pt x="301753" y="102965"/>
                  </a:lnTo>
                  <a:cubicBezTo>
                    <a:pt x="298895" y="97917"/>
                    <a:pt x="297275" y="92202"/>
                    <a:pt x="297275" y="86296"/>
                  </a:cubicBezTo>
                  <a:cubicBezTo>
                    <a:pt x="297275" y="67913"/>
                    <a:pt x="312230" y="52959"/>
                    <a:pt x="330613" y="52959"/>
                  </a:cubicBezTo>
                  <a:cubicBezTo>
                    <a:pt x="348996" y="52959"/>
                    <a:pt x="363950" y="67913"/>
                    <a:pt x="363950" y="86296"/>
                  </a:cubicBezTo>
                  <a:cubicBezTo>
                    <a:pt x="363950" y="92202"/>
                    <a:pt x="362427" y="97917"/>
                    <a:pt x="359474" y="10296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35" name="Google Shape;335;p45"/>
            <p:cNvSpPr/>
            <p:nvPr/>
          </p:nvSpPr>
          <p:spPr>
            <a:xfrm>
              <a:off x="8252165" y="1863661"/>
              <a:ext cx="28575" cy="28575"/>
            </a:xfrm>
            <a:custGeom>
              <a:rect b="b" l="l" r="r" t="t"/>
              <a:pathLst>
                <a:path extrusionOk="0" h="28575" w="28575">
                  <a:moveTo>
                    <a:pt x="29433" y="18288"/>
                  </a:moveTo>
                  <a:cubicBezTo>
                    <a:pt x="29433" y="24384"/>
                    <a:pt x="24479" y="29432"/>
                    <a:pt x="18288" y="29432"/>
                  </a:cubicBezTo>
                  <a:cubicBezTo>
                    <a:pt x="12192" y="29432"/>
                    <a:pt x="7144" y="24479"/>
                    <a:pt x="7144" y="18288"/>
                  </a:cubicBezTo>
                  <a:cubicBezTo>
                    <a:pt x="7144" y="12192"/>
                    <a:pt x="12097" y="7144"/>
                    <a:pt x="18288" y="7144"/>
                  </a:cubicBezTo>
                  <a:cubicBezTo>
                    <a:pt x="24479" y="7144"/>
                    <a:pt x="29433" y="12192"/>
                    <a:pt x="29433" y="182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36" name="Google Shape;336;p45"/>
            <p:cNvSpPr/>
            <p:nvPr/>
          </p:nvSpPr>
          <p:spPr>
            <a:xfrm>
              <a:off x="8296551" y="1863661"/>
              <a:ext cx="28575" cy="28575"/>
            </a:xfrm>
            <a:custGeom>
              <a:rect b="b" l="l" r="r" t="t"/>
              <a:pathLst>
                <a:path extrusionOk="0" h="28575" w="28575">
                  <a:moveTo>
                    <a:pt x="29433" y="18288"/>
                  </a:moveTo>
                  <a:cubicBezTo>
                    <a:pt x="29433" y="24384"/>
                    <a:pt x="24479" y="29432"/>
                    <a:pt x="18288" y="29432"/>
                  </a:cubicBezTo>
                  <a:cubicBezTo>
                    <a:pt x="12192" y="29432"/>
                    <a:pt x="7144" y="24479"/>
                    <a:pt x="7144" y="18288"/>
                  </a:cubicBezTo>
                  <a:cubicBezTo>
                    <a:pt x="7144" y="12192"/>
                    <a:pt x="12097" y="7144"/>
                    <a:pt x="18288" y="7144"/>
                  </a:cubicBezTo>
                  <a:cubicBezTo>
                    <a:pt x="24479" y="7144"/>
                    <a:pt x="29433" y="12192"/>
                    <a:pt x="29433" y="182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37" name="Google Shape;337;p45"/>
            <p:cNvSpPr/>
            <p:nvPr/>
          </p:nvSpPr>
          <p:spPr>
            <a:xfrm>
              <a:off x="8340938" y="1863661"/>
              <a:ext cx="28575" cy="28575"/>
            </a:xfrm>
            <a:custGeom>
              <a:rect b="b" l="l" r="r" t="t"/>
              <a:pathLst>
                <a:path extrusionOk="0" h="28575" w="28575">
                  <a:moveTo>
                    <a:pt x="29432" y="18288"/>
                  </a:moveTo>
                  <a:cubicBezTo>
                    <a:pt x="29432" y="24384"/>
                    <a:pt x="24479" y="29432"/>
                    <a:pt x="18288" y="29432"/>
                  </a:cubicBezTo>
                  <a:cubicBezTo>
                    <a:pt x="12192" y="29432"/>
                    <a:pt x="7144" y="24479"/>
                    <a:pt x="7144" y="18288"/>
                  </a:cubicBezTo>
                  <a:cubicBezTo>
                    <a:pt x="7144" y="12192"/>
                    <a:pt x="12097" y="7144"/>
                    <a:pt x="18288" y="7144"/>
                  </a:cubicBezTo>
                  <a:cubicBezTo>
                    <a:pt x="24479" y="7144"/>
                    <a:pt x="29432" y="12192"/>
                    <a:pt x="29432" y="182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sp>
        <p:nvSpPr>
          <p:cNvPr id="338" name="Google Shape;338;p45"/>
          <p:cNvSpPr txBox="1"/>
          <p:nvPr/>
        </p:nvSpPr>
        <p:spPr>
          <a:xfrm>
            <a:off x="6827163" y="3506965"/>
            <a:ext cx="1553400" cy="531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000">
                <a:solidFill>
                  <a:schemeClr val="lt1"/>
                </a:solidFill>
                <a:latin typeface="Poppins Light"/>
                <a:ea typeface="Poppins Light"/>
                <a:cs typeface="Poppins Light"/>
                <a:sym typeface="Poppins Light"/>
              </a:rPr>
              <a:t>Lorem ipsum dolor sit amet, consectetur adipisicing elit</a:t>
            </a:r>
            <a:endParaRPr sz="1000">
              <a:solidFill>
                <a:schemeClr val="lt1"/>
              </a:solidFill>
              <a:latin typeface="Poppins Light"/>
              <a:ea typeface="Poppins Light"/>
              <a:cs typeface="Poppins Light"/>
              <a:sym typeface="Poppins Light"/>
            </a:endParaRPr>
          </a:p>
        </p:txBody>
      </p:sp>
      <p:sp>
        <p:nvSpPr>
          <p:cNvPr id="339" name="Google Shape;339;p45"/>
          <p:cNvSpPr/>
          <p:nvPr/>
        </p:nvSpPr>
        <p:spPr>
          <a:xfrm>
            <a:off x="6827163" y="3220232"/>
            <a:ext cx="1553532" cy="276999"/>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ko" sz="1400">
                <a:solidFill>
                  <a:schemeClr val="lt1"/>
                </a:solidFill>
                <a:latin typeface="Poppins SemiBold"/>
                <a:ea typeface="Poppins SemiBold"/>
                <a:cs typeface="Poppins SemiBold"/>
                <a:sym typeface="Poppins SemiBold"/>
              </a:rPr>
              <a:t>Lorem ipsum</a:t>
            </a:r>
            <a:endParaRPr sz="1100"/>
          </a:p>
        </p:txBody>
      </p:sp>
      <p:sp>
        <p:nvSpPr>
          <p:cNvPr id="340" name="Google Shape;340;p45"/>
          <p:cNvSpPr/>
          <p:nvPr/>
        </p:nvSpPr>
        <p:spPr>
          <a:xfrm>
            <a:off x="1274545" y="1857375"/>
            <a:ext cx="513621" cy="513621"/>
          </a:xfrm>
          <a:prstGeom prst="ellipse">
            <a:avLst/>
          </a:prstGeom>
          <a:no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 sz="1500">
                <a:solidFill>
                  <a:schemeClr val="lt1"/>
                </a:solidFill>
                <a:latin typeface="Poppins SemiBold"/>
                <a:ea typeface="Poppins SemiBold"/>
                <a:cs typeface="Poppins SemiBold"/>
                <a:sym typeface="Poppins SemiBold"/>
              </a:rPr>
              <a:t>01</a:t>
            </a:r>
            <a:endParaRPr sz="1500">
              <a:solidFill>
                <a:schemeClr val="lt1"/>
              </a:solidFill>
              <a:latin typeface="Poppins SemiBold"/>
              <a:ea typeface="Poppins SemiBold"/>
              <a:cs typeface="Poppins SemiBold"/>
              <a:sym typeface="Poppins SemiBold"/>
            </a:endParaRPr>
          </a:p>
        </p:txBody>
      </p:sp>
      <p:sp>
        <p:nvSpPr>
          <p:cNvPr id="341" name="Google Shape;341;p45"/>
          <p:cNvSpPr/>
          <p:nvPr/>
        </p:nvSpPr>
        <p:spPr>
          <a:xfrm>
            <a:off x="3298736" y="1857375"/>
            <a:ext cx="513621" cy="513621"/>
          </a:xfrm>
          <a:prstGeom prst="ellipse">
            <a:avLst/>
          </a:prstGeom>
          <a:no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 sz="1500">
                <a:solidFill>
                  <a:schemeClr val="lt1"/>
                </a:solidFill>
                <a:latin typeface="Poppins SemiBold"/>
                <a:ea typeface="Poppins SemiBold"/>
                <a:cs typeface="Poppins SemiBold"/>
                <a:sym typeface="Poppins SemiBold"/>
              </a:rPr>
              <a:t>02</a:t>
            </a:r>
            <a:endParaRPr sz="1500">
              <a:solidFill>
                <a:schemeClr val="lt1"/>
              </a:solidFill>
              <a:latin typeface="Poppins SemiBold"/>
              <a:ea typeface="Poppins SemiBold"/>
              <a:cs typeface="Poppins SemiBold"/>
              <a:sym typeface="Poppins SemiBold"/>
            </a:endParaRPr>
          </a:p>
        </p:txBody>
      </p:sp>
      <p:sp>
        <p:nvSpPr>
          <p:cNvPr id="342" name="Google Shape;342;p45"/>
          <p:cNvSpPr/>
          <p:nvPr/>
        </p:nvSpPr>
        <p:spPr>
          <a:xfrm>
            <a:off x="5322927" y="1857375"/>
            <a:ext cx="513621" cy="513621"/>
          </a:xfrm>
          <a:prstGeom prst="ellipse">
            <a:avLst/>
          </a:prstGeom>
          <a:no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 sz="1500">
                <a:solidFill>
                  <a:schemeClr val="lt1"/>
                </a:solidFill>
                <a:latin typeface="Poppins SemiBold"/>
                <a:ea typeface="Poppins SemiBold"/>
                <a:cs typeface="Poppins SemiBold"/>
                <a:sym typeface="Poppins SemiBold"/>
              </a:rPr>
              <a:t>03</a:t>
            </a:r>
            <a:endParaRPr sz="1500">
              <a:solidFill>
                <a:schemeClr val="lt1"/>
              </a:solidFill>
              <a:latin typeface="Poppins SemiBold"/>
              <a:ea typeface="Poppins SemiBold"/>
              <a:cs typeface="Poppins SemiBold"/>
              <a:sym typeface="Poppins SemiBold"/>
            </a:endParaRPr>
          </a:p>
        </p:txBody>
      </p:sp>
      <p:sp>
        <p:nvSpPr>
          <p:cNvPr id="343" name="Google Shape;343;p45"/>
          <p:cNvSpPr/>
          <p:nvPr/>
        </p:nvSpPr>
        <p:spPr>
          <a:xfrm>
            <a:off x="7347119" y="1857375"/>
            <a:ext cx="513621" cy="513621"/>
          </a:xfrm>
          <a:prstGeom prst="ellipse">
            <a:avLst/>
          </a:prstGeom>
          <a:no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 sz="1500">
                <a:solidFill>
                  <a:schemeClr val="lt1"/>
                </a:solidFill>
                <a:latin typeface="Poppins SemiBold"/>
                <a:ea typeface="Poppins SemiBold"/>
                <a:cs typeface="Poppins SemiBold"/>
                <a:sym typeface="Poppins SemiBold"/>
              </a:rPr>
              <a:t>04</a:t>
            </a:r>
            <a:endParaRPr sz="1500">
              <a:solidFill>
                <a:schemeClr val="lt1"/>
              </a:solidFill>
              <a:latin typeface="Poppins SemiBold"/>
              <a:ea typeface="Poppins SemiBold"/>
              <a:cs typeface="Poppins SemiBold"/>
              <a:sym typeface="Poppins SemiBold"/>
            </a:endParaRPr>
          </a:p>
        </p:txBody>
      </p:sp>
      <p:sp>
        <p:nvSpPr>
          <p:cNvPr id="344" name="Google Shape;344;p45"/>
          <p:cNvSpPr/>
          <p:nvPr/>
        </p:nvSpPr>
        <p:spPr>
          <a:xfrm>
            <a:off x="2249132" y="760544"/>
            <a:ext cx="4645736" cy="486891"/>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lang="ko" sz="1800">
                <a:solidFill>
                  <a:schemeClr val="lt1"/>
                </a:solidFill>
                <a:latin typeface="Poppins SemiBold"/>
                <a:ea typeface="Poppins SemiBold"/>
                <a:cs typeface="Poppins SemiBold"/>
                <a:sym typeface="Poppins SemiBold"/>
              </a:rPr>
              <a:t>Slide Title Here</a:t>
            </a:r>
            <a:endParaRPr b="0" sz="1800">
              <a:solidFill>
                <a:schemeClr val="lt1"/>
              </a:solidFill>
              <a:latin typeface="Poppins SemiBold"/>
              <a:ea typeface="Poppins SemiBold"/>
              <a:cs typeface="Poppins SemiBold"/>
              <a:sym typeface="Poppins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6"/>
          <p:cNvSpPr/>
          <p:nvPr/>
        </p:nvSpPr>
        <p:spPr>
          <a:xfrm>
            <a:off x="2249132" y="728085"/>
            <a:ext cx="4645736" cy="551810"/>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lang="ko" sz="1800">
                <a:solidFill>
                  <a:schemeClr val="lt1"/>
                </a:solidFill>
                <a:latin typeface="Poppins SemiBold"/>
                <a:ea typeface="Poppins SemiBold"/>
                <a:cs typeface="Poppins SemiBold"/>
                <a:sym typeface="Poppins SemiBold"/>
              </a:rPr>
              <a:t>Enter Your Title Here</a:t>
            </a:r>
            <a:endParaRPr b="0" sz="1800">
              <a:solidFill>
                <a:schemeClr val="lt1"/>
              </a:solidFill>
              <a:latin typeface="Poppins SemiBold"/>
              <a:ea typeface="Poppins SemiBold"/>
              <a:cs typeface="Poppins SemiBold"/>
              <a:sym typeface="Poppins SemiBold"/>
            </a:endParaRPr>
          </a:p>
        </p:txBody>
      </p:sp>
      <p:sp>
        <p:nvSpPr>
          <p:cNvPr id="350" name="Google Shape;350;p46"/>
          <p:cNvSpPr txBox="1"/>
          <p:nvPr/>
        </p:nvSpPr>
        <p:spPr>
          <a:xfrm>
            <a:off x="1396405" y="2269370"/>
            <a:ext cx="2890851" cy="438581"/>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200">
                <a:solidFill>
                  <a:schemeClr val="lt1"/>
                </a:solidFill>
                <a:latin typeface="Poppins Light"/>
                <a:ea typeface="Poppins Light"/>
                <a:cs typeface="Poppins Light"/>
                <a:sym typeface="Poppins Light"/>
              </a:rPr>
              <a:t>Lorem ipsum dolor sit amet, consectetur adipisicing elit</a:t>
            </a:r>
            <a:endParaRPr sz="1200">
              <a:solidFill>
                <a:schemeClr val="lt1"/>
              </a:solidFill>
              <a:latin typeface="Poppins Light"/>
              <a:ea typeface="Poppins Light"/>
              <a:cs typeface="Poppins Light"/>
              <a:sym typeface="Poppins Light"/>
            </a:endParaRPr>
          </a:p>
        </p:txBody>
      </p:sp>
      <p:sp>
        <p:nvSpPr>
          <p:cNvPr id="351" name="Google Shape;351;p46"/>
          <p:cNvSpPr txBox="1"/>
          <p:nvPr/>
        </p:nvSpPr>
        <p:spPr>
          <a:xfrm>
            <a:off x="4856744" y="2269370"/>
            <a:ext cx="2890851" cy="438581"/>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200">
                <a:solidFill>
                  <a:schemeClr val="lt1"/>
                </a:solidFill>
                <a:latin typeface="Poppins Light"/>
                <a:ea typeface="Poppins Light"/>
                <a:cs typeface="Poppins Light"/>
                <a:sym typeface="Poppins Light"/>
              </a:rPr>
              <a:t>Sed do eiusmod tempor incididunt ut labore et dolore magna aliqua.</a:t>
            </a:r>
            <a:endParaRPr sz="1200">
              <a:solidFill>
                <a:schemeClr val="lt1"/>
              </a:solidFill>
              <a:latin typeface="Poppins Light"/>
              <a:ea typeface="Poppins Light"/>
              <a:cs typeface="Poppins Light"/>
              <a:sym typeface="Poppins Light"/>
            </a:endParaRPr>
          </a:p>
        </p:txBody>
      </p:sp>
      <p:sp>
        <p:nvSpPr>
          <p:cNvPr id="352" name="Google Shape;352;p46"/>
          <p:cNvSpPr txBox="1"/>
          <p:nvPr/>
        </p:nvSpPr>
        <p:spPr>
          <a:xfrm>
            <a:off x="1396405" y="3819780"/>
            <a:ext cx="2890851" cy="438581"/>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200">
                <a:solidFill>
                  <a:schemeClr val="lt1"/>
                </a:solidFill>
                <a:latin typeface="Poppins Light"/>
                <a:ea typeface="Poppins Light"/>
                <a:cs typeface="Poppins Light"/>
                <a:sym typeface="Poppins Light"/>
              </a:rPr>
              <a:t>Ut enim ad minim veniam, quis nostrud exercitation ullamco</a:t>
            </a:r>
            <a:endParaRPr sz="1200">
              <a:solidFill>
                <a:schemeClr val="lt1"/>
              </a:solidFill>
              <a:latin typeface="Poppins Light"/>
              <a:ea typeface="Poppins Light"/>
              <a:cs typeface="Poppins Light"/>
              <a:sym typeface="Poppins Light"/>
            </a:endParaRPr>
          </a:p>
        </p:txBody>
      </p:sp>
      <p:sp>
        <p:nvSpPr>
          <p:cNvPr id="353" name="Google Shape;353;p46"/>
          <p:cNvSpPr txBox="1"/>
          <p:nvPr/>
        </p:nvSpPr>
        <p:spPr>
          <a:xfrm>
            <a:off x="4856744" y="3819780"/>
            <a:ext cx="2890851" cy="438581"/>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200">
                <a:solidFill>
                  <a:schemeClr val="lt1"/>
                </a:solidFill>
                <a:latin typeface="Poppins Light"/>
                <a:ea typeface="Poppins Light"/>
                <a:cs typeface="Poppins Light"/>
                <a:sym typeface="Poppins Light"/>
              </a:rPr>
              <a:t>Laboris nisi ut aliquip ex ea commodo consequat.</a:t>
            </a:r>
            <a:endParaRPr sz="1200">
              <a:solidFill>
                <a:schemeClr val="lt1"/>
              </a:solidFill>
              <a:latin typeface="Poppins Light"/>
              <a:ea typeface="Poppins Light"/>
              <a:cs typeface="Poppins Light"/>
              <a:sym typeface="Poppins Light"/>
            </a:endParaRPr>
          </a:p>
        </p:txBody>
      </p:sp>
      <p:grpSp>
        <p:nvGrpSpPr>
          <p:cNvPr id="354" name="Google Shape;354;p46"/>
          <p:cNvGrpSpPr/>
          <p:nvPr/>
        </p:nvGrpSpPr>
        <p:grpSpPr>
          <a:xfrm>
            <a:off x="2655942" y="1692157"/>
            <a:ext cx="371778" cy="371778"/>
            <a:chOff x="2801293" y="892968"/>
            <a:chExt cx="390525" cy="390525"/>
          </a:xfrm>
        </p:grpSpPr>
        <p:sp>
          <p:nvSpPr>
            <p:cNvPr id="355" name="Google Shape;355;p46"/>
            <p:cNvSpPr/>
            <p:nvPr/>
          </p:nvSpPr>
          <p:spPr>
            <a:xfrm>
              <a:off x="2801293" y="892968"/>
              <a:ext cx="390525" cy="390525"/>
            </a:xfrm>
            <a:custGeom>
              <a:rect b="b" l="l" r="r" t="t"/>
              <a:pathLst>
                <a:path extrusionOk="0" h="390525" w="390525">
                  <a:moveTo>
                    <a:pt x="376333" y="126397"/>
                  </a:moveTo>
                  <a:cubicBezTo>
                    <a:pt x="363379" y="113443"/>
                    <a:pt x="342233" y="113443"/>
                    <a:pt x="329184" y="126397"/>
                  </a:cubicBezTo>
                  <a:cubicBezTo>
                    <a:pt x="325184" y="130397"/>
                    <a:pt x="299657" y="155924"/>
                    <a:pt x="295751" y="159830"/>
                  </a:cubicBezTo>
                  <a:lnTo>
                    <a:pt x="295751" y="71819"/>
                  </a:lnTo>
                  <a:cubicBezTo>
                    <a:pt x="295751" y="62960"/>
                    <a:pt x="292322" y="54578"/>
                    <a:pt x="286036" y="48292"/>
                  </a:cubicBezTo>
                  <a:lnTo>
                    <a:pt x="254603" y="16859"/>
                  </a:lnTo>
                  <a:cubicBezTo>
                    <a:pt x="248317" y="10573"/>
                    <a:pt x="240030" y="7144"/>
                    <a:pt x="231077" y="7144"/>
                  </a:cubicBezTo>
                  <a:lnTo>
                    <a:pt x="40481" y="7144"/>
                  </a:lnTo>
                  <a:cubicBezTo>
                    <a:pt x="22098" y="7144"/>
                    <a:pt x="7144" y="22098"/>
                    <a:pt x="7144" y="40481"/>
                  </a:cubicBezTo>
                  <a:lnTo>
                    <a:pt x="7144" y="352806"/>
                  </a:lnTo>
                  <a:cubicBezTo>
                    <a:pt x="7144" y="371189"/>
                    <a:pt x="22098" y="386144"/>
                    <a:pt x="40481" y="386144"/>
                  </a:cubicBezTo>
                  <a:lnTo>
                    <a:pt x="262509" y="386144"/>
                  </a:lnTo>
                  <a:cubicBezTo>
                    <a:pt x="280892" y="386144"/>
                    <a:pt x="295846" y="371189"/>
                    <a:pt x="295846" y="352806"/>
                  </a:cubicBezTo>
                  <a:lnTo>
                    <a:pt x="295846" y="254032"/>
                  </a:lnTo>
                  <a:lnTo>
                    <a:pt x="376333" y="173450"/>
                  </a:lnTo>
                  <a:cubicBezTo>
                    <a:pt x="389287" y="160496"/>
                    <a:pt x="389287" y="139446"/>
                    <a:pt x="376333" y="126397"/>
                  </a:cubicBezTo>
                  <a:close/>
                  <a:moveTo>
                    <a:pt x="229171" y="29337"/>
                  </a:moveTo>
                  <a:cubicBezTo>
                    <a:pt x="231267" y="29337"/>
                    <a:pt x="235267" y="28956"/>
                    <a:pt x="238887" y="32576"/>
                  </a:cubicBezTo>
                  <a:lnTo>
                    <a:pt x="270320" y="64008"/>
                  </a:lnTo>
                  <a:cubicBezTo>
                    <a:pt x="273844" y="67532"/>
                    <a:pt x="273558" y="71438"/>
                    <a:pt x="273558" y="73724"/>
                  </a:cubicBezTo>
                  <a:lnTo>
                    <a:pt x="229171" y="73724"/>
                  </a:lnTo>
                  <a:lnTo>
                    <a:pt x="229171" y="29337"/>
                  </a:lnTo>
                  <a:close/>
                  <a:moveTo>
                    <a:pt x="273558" y="352806"/>
                  </a:moveTo>
                  <a:cubicBezTo>
                    <a:pt x="273558" y="358902"/>
                    <a:pt x="268605" y="363950"/>
                    <a:pt x="262414" y="363950"/>
                  </a:cubicBezTo>
                  <a:lnTo>
                    <a:pt x="40386" y="363950"/>
                  </a:lnTo>
                  <a:cubicBezTo>
                    <a:pt x="34290" y="363950"/>
                    <a:pt x="29242" y="358997"/>
                    <a:pt x="29242" y="352806"/>
                  </a:cubicBezTo>
                  <a:lnTo>
                    <a:pt x="29242" y="40481"/>
                  </a:lnTo>
                  <a:cubicBezTo>
                    <a:pt x="29242" y="34385"/>
                    <a:pt x="34195" y="29337"/>
                    <a:pt x="40386" y="29337"/>
                  </a:cubicBezTo>
                  <a:lnTo>
                    <a:pt x="206883" y="29337"/>
                  </a:lnTo>
                  <a:lnTo>
                    <a:pt x="206883" y="84868"/>
                  </a:lnTo>
                  <a:cubicBezTo>
                    <a:pt x="206883" y="90964"/>
                    <a:pt x="211836" y="96012"/>
                    <a:pt x="218027" y="96012"/>
                  </a:cubicBezTo>
                  <a:lnTo>
                    <a:pt x="273558" y="96012"/>
                  </a:lnTo>
                  <a:lnTo>
                    <a:pt x="273558" y="182118"/>
                  </a:lnTo>
                  <a:cubicBezTo>
                    <a:pt x="273558" y="182118"/>
                    <a:pt x="240792" y="214884"/>
                    <a:pt x="240792" y="214884"/>
                  </a:cubicBezTo>
                  <a:lnTo>
                    <a:pt x="225076" y="230600"/>
                  </a:lnTo>
                  <a:cubicBezTo>
                    <a:pt x="223838" y="231839"/>
                    <a:pt x="222980" y="233267"/>
                    <a:pt x="222409" y="234982"/>
                  </a:cubicBezTo>
                  <a:lnTo>
                    <a:pt x="206692" y="282035"/>
                  </a:lnTo>
                  <a:cubicBezTo>
                    <a:pt x="205359" y="286036"/>
                    <a:pt x="206407" y="290417"/>
                    <a:pt x="209360" y="293370"/>
                  </a:cubicBezTo>
                  <a:cubicBezTo>
                    <a:pt x="212312" y="296323"/>
                    <a:pt x="216694" y="297371"/>
                    <a:pt x="220694" y="296037"/>
                  </a:cubicBezTo>
                  <a:lnTo>
                    <a:pt x="267748" y="280321"/>
                  </a:lnTo>
                  <a:cubicBezTo>
                    <a:pt x="269367" y="279749"/>
                    <a:pt x="270891" y="278892"/>
                    <a:pt x="272129" y="277654"/>
                  </a:cubicBezTo>
                  <a:lnTo>
                    <a:pt x="273463" y="276320"/>
                  </a:lnTo>
                  <a:lnTo>
                    <a:pt x="273463" y="352806"/>
                  </a:lnTo>
                  <a:lnTo>
                    <a:pt x="273558" y="352806"/>
                  </a:lnTo>
                  <a:close/>
                  <a:moveTo>
                    <a:pt x="248317" y="238411"/>
                  </a:moveTo>
                  <a:lnTo>
                    <a:pt x="264033" y="254127"/>
                  </a:lnTo>
                  <a:lnTo>
                    <a:pt x="258032" y="260128"/>
                  </a:lnTo>
                  <a:lnTo>
                    <a:pt x="234506" y="267938"/>
                  </a:lnTo>
                  <a:lnTo>
                    <a:pt x="242316" y="244412"/>
                  </a:lnTo>
                  <a:lnTo>
                    <a:pt x="248317" y="238411"/>
                  </a:lnTo>
                  <a:close/>
                  <a:moveTo>
                    <a:pt x="279749" y="238411"/>
                  </a:moveTo>
                  <a:lnTo>
                    <a:pt x="264033" y="222694"/>
                  </a:lnTo>
                  <a:cubicBezTo>
                    <a:pt x="272415" y="214313"/>
                    <a:pt x="309563" y="177165"/>
                    <a:pt x="317373" y="169259"/>
                  </a:cubicBezTo>
                  <a:lnTo>
                    <a:pt x="333089" y="184976"/>
                  </a:lnTo>
                  <a:lnTo>
                    <a:pt x="279749" y="238411"/>
                  </a:lnTo>
                  <a:close/>
                  <a:moveTo>
                    <a:pt x="360236" y="157829"/>
                  </a:moveTo>
                  <a:lnTo>
                    <a:pt x="348806" y="169259"/>
                  </a:lnTo>
                  <a:lnTo>
                    <a:pt x="333089" y="153543"/>
                  </a:lnTo>
                  <a:lnTo>
                    <a:pt x="344519" y="142113"/>
                  </a:lnTo>
                  <a:cubicBezTo>
                    <a:pt x="348806" y="137827"/>
                    <a:pt x="355854" y="137827"/>
                    <a:pt x="360236" y="142113"/>
                  </a:cubicBezTo>
                  <a:cubicBezTo>
                    <a:pt x="364522" y="146399"/>
                    <a:pt x="364617" y="153448"/>
                    <a:pt x="360236" y="15782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56" name="Google Shape;356;p46"/>
            <p:cNvSpPr/>
            <p:nvPr/>
          </p:nvSpPr>
          <p:spPr>
            <a:xfrm>
              <a:off x="2845299" y="1004030"/>
              <a:ext cx="190500" cy="28575"/>
            </a:xfrm>
            <a:custGeom>
              <a:rect b="b" l="l" r="r" t="t"/>
              <a:pathLst>
                <a:path extrusionOk="0" h="28575" w="190500">
                  <a:moveTo>
                    <a:pt x="173736" y="7144"/>
                  </a:moveTo>
                  <a:lnTo>
                    <a:pt x="18288" y="7144"/>
                  </a:lnTo>
                  <a:cubicBezTo>
                    <a:pt x="12192" y="7144"/>
                    <a:pt x="7144" y="12097"/>
                    <a:pt x="7144" y="18288"/>
                  </a:cubicBezTo>
                  <a:cubicBezTo>
                    <a:pt x="7144" y="24479"/>
                    <a:pt x="12097" y="29432"/>
                    <a:pt x="18288" y="29432"/>
                  </a:cubicBezTo>
                  <a:lnTo>
                    <a:pt x="173736" y="29432"/>
                  </a:lnTo>
                  <a:cubicBezTo>
                    <a:pt x="179832" y="29432"/>
                    <a:pt x="184880" y="24479"/>
                    <a:pt x="184880" y="18288"/>
                  </a:cubicBezTo>
                  <a:cubicBezTo>
                    <a:pt x="184880" y="12097"/>
                    <a:pt x="179832" y="7144"/>
                    <a:pt x="173736" y="714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57" name="Google Shape;357;p46"/>
            <p:cNvSpPr/>
            <p:nvPr/>
          </p:nvSpPr>
          <p:spPr>
            <a:xfrm>
              <a:off x="2845204" y="1048416"/>
              <a:ext cx="142875" cy="28575"/>
            </a:xfrm>
            <a:custGeom>
              <a:rect b="b" l="l" r="r" t="t"/>
              <a:pathLst>
                <a:path extrusionOk="0" h="28575" w="142875">
                  <a:moveTo>
                    <a:pt x="129350" y="7144"/>
                  </a:moveTo>
                  <a:lnTo>
                    <a:pt x="18288" y="7144"/>
                  </a:lnTo>
                  <a:cubicBezTo>
                    <a:pt x="12192" y="7144"/>
                    <a:pt x="7144" y="12097"/>
                    <a:pt x="7144" y="18288"/>
                  </a:cubicBezTo>
                  <a:cubicBezTo>
                    <a:pt x="7144" y="24384"/>
                    <a:pt x="12097" y="29432"/>
                    <a:pt x="18288" y="29432"/>
                  </a:cubicBezTo>
                  <a:lnTo>
                    <a:pt x="129350" y="29432"/>
                  </a:lnTo>
                  <a:cubicBezTo>
                    <a:pt x="135446" y="29432"/>
                    <a:pt x="140494" y="24479"/>
                    <a:pt x="140494" y="18288"/>
                  </a:cubicBezTo>
                  <a:cubicBezTo>
                    <a:pt x="140494" y="12097"/>
                    <a:pt x="135541" y="7144"/>
                    <a:pt x="129350" y="714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58" name="Google Shape;358;p46"/>
            <p:cNvSpPr/>
            <p:nvPr/>
          </p:nvSpPr>
          <p:spPr>
            <a:xfrm>
              <a:off x="2845204" y="1092803"/>
              <a:ext cx="142875" cy="28575"/>
            </a:xfrm>
            <a:custGeom>
              <a:rect b="b" l="l" r="r" t="t"/>
              <a:pathLst>
                <a:path extrusionOk="0" h="28575" w="142875">
                  <a:moveTo>
                    <a:pt x="129350" y="7144"/>
                  </a:moveTo>
                  <a:lnTo>
                    <a:pt x="18288" y="7144"/>
                  </a:lnTo>
                  <a:cubicBezTo>
                    <a:pt x="12192" y="7144"/>
                    <a:pt x="7144" y="12097"/>
                    <a:pt x="7144" y="18288"/>
                  </a:cubicBezTo>
                  <a:cubicBezTo>
                    <a:pt x="7144" y="24384"/>
                    <a:pt x="12097" y="29432"/>
                    <a:pt x="18288" y="29432"/>
                  </a:cubicBezTo>
                  <a:lnTo>
                    <a:pt x="129350" y="29432"/>
                  </a:lnTo>
                  <a:cubicBezTo>
                    <a:pt x="135446" y="29432"/>
                    <a:pt x="140494" y="24479"/>
                    <a:pt x="140494" y="18288"/>
                  </a:cubicBezTo>
                  <a:cubicBezTo>
                    <a:pt x="140494" y="12097"/>
                    <a:pt x="135541" y="7144"/>
                    <a:pt x="129350" y="714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59" name="Google Shape;359;p46"/>
            <p:cNvSpPr/>
            <p:nvPr/>
          </p:nvSpPr>
          <p:spPr>
            <a:xfrm>
              <a:off x="2845204" y="1137189"/>
              <a:ext cx="142875" cy="28575"/>
            </a:xfrm>
            <a:custGeom>
              <a:rect b="b" l="l" r="r" t="t"/>
              <a:pathLst>
                <a:path extrusionOk="0" h="28575" w="142875">
                  <a:moveTo>
                    <a:pt x="129350" y="7144"/>
                  </a:moveTo>
                  <a:lnTo>
                    <a:pt x="18288" y="7144"/>
                  </a:lnTo>
                  <a:cubicBezTo>
                    <a:pt x="12192" y="7144"/>
                    <a:pt x="7144" y="12097"/>
                    <a:pt x="7144" y="18288"/>
                  </a:cubicBezTo>
                  <a:cubicBezTo>
                    <a:pt x="7144" y="24384"/>
                    <a:pt x="12097" y="29432"/>
                    <a:pt x="18288" y="29432"/>
                  </a:cubicBezTo>
                  <a:lnTo>
                    <a:pt x="129350" y="29432"/>
                  </a:lnTo>
                  <a:cubicBezTo>
                    <a:pt x="135446" y="29432"/>
                    <a:pt x="140494" y="24479"/>
                    <a:pt x="140494" y="18288"/>
                  </a:cubicBezTo>
                  <a:cubicBezTo>
                    <a:pt x="140494" y="12097"/>
                    <a:pt x="135541" y="7144"/>
                    <a:pt x="129350" y="714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60" name="Google Shape;360;p46"/>
            <p:cNvSpPr/>
            <p:nvPr/>
          </p:nvSpPr>
          <p:spPr>
            <a:xfrm>
              <a:off x="2934167" y="1205293"/>
              <a:ext cx="95250" cy="28575"/>
            </a:xfrm>
            <a:custGeom>
              <a:rect b="b" l="l" r="r" t="t"/>
              <a:pathLst>
                <a:path extrusionOk="0" h="28575" w="95250">
                  <a:moveTo>
                    <a:pt x="84868" y="7144"/>
                  </a:moveTo>
                  <a:lnTo>
                    <a:pt x="18288" y="7144"/>
                  </a:lnTo>
                  <a:cubicBezTo>
                    <a:pt x="12192" y="7144"/>
                    <a:pt x="7144" y="12097"/>
                    <a:pt x="7144" y="18288"/>
                  </a:cubicBezTo>
                  <a:cubicBezTo>
                    <a:pt x="7144" y="24479"/>
                    <a:pt x="12097" y="29432"/>
                    <a:pt x="18288" y="29432"/>
                  </a:cubicBezTo>
                  <a:lnTo>
                    <a:pt x="84868" y="29432"/>
                  </a:lnTo>
                  <a:cubicBezTo>
                    <a:pt x="90964" y="29432"/>
                    <a:pt x="96012" y="24479"/>
                    <a:pt x="96012" y="18288"/>
                  </a:cubicBezTo>
                  <a:cubicBezTo>
                    <a:pt x="96012" y="12097"/>
                    <a:pt x="90964" y="7144"/>
                    <a:pt x="84868" y="714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sp>
        <p:nvSpPr>
          <p:cNvPr id="361" name="Google Shape;361;p46"/>
          <p:cNvSpPr/>
          <p:nvPr/>
        </p:nvSpPr>
        <p:spPr>
          <a:xfrm>
            <a:off x="2655942" y="3254110"/>
            <a:ext cx="371778" cy="371778"/>
          </a:xfrm>
          <a:custGeom>
            <a:rect b="b" l="l" r="r" t="t"/>
            <a:pathLst>
              <a:path extrusionOk="0" h="390525" w="390525">
                <a:moveTo>
                  <a:pt x="384806" y="81802"/>
                </a:moveTo>
                <a:cubicBezTo>
                  <a:pt x="383091" y="77516"/>
                  <a:pt x="378900" y="74754"/>
                  <a:pt x="374328" y="74754"/>
                </a:cubicBezTo>
                <a:lnTo>
                  <a:pt x="318036" y="74754"/>
                </a:lnTo>
                <a:lnTo>
                  <a:pt x="318036" y="18461"/>
                </a:lnTo>
                <a:cubicBezTo>
                  <a:pt x="318036" y="13889"/>
                  <a:pt x="315273" y="9698"/>
                  <a:pt x="310987" y="7983"/>
                </a:cubicBezTo>
                <a:cubicBezTo>
                  <a:pt x="306701" y="6269"/>
                  <a:pt x="301843" y="7221"/>
                  <a:pt x="298604" y="10460"/>
                </a:cubicBezTo>
                <a:lnTo>
                  <a:pt x="260886" y="48179"/>
                </a:lnTo>
                <a:cubicBezTo>
                  <a:pt x="229739" y="33320"/>
                  <a:pt x="194211" y="27796"/>
                  <a:pt x="159920" y="32653"/>
                </a:cubicBezTo>
                <a:cubicBezTo>
                  <a:pt x="111438" y="39416"/>
                  <a:pt x="68671" y="65229"/>
                  <a:pt x="39144" y="106472"/>
                </a:cubicBezTo>
                <a:cubicBezTo>
                  <a:pt x="24951" y="126284"/>
                  <a:pt x="15140" y="148954"/>
                  <a:pt x="10569" y="172957"/>
                </a:cubicBezTo>
                <a:cubicBezTo>
                  <a:pt x="-1052" y="233154"/>
                  <a:pt x="17331" y="292019"/>
                  <a:pt x="59146" y="333739"/>
                </a:cubicBezTo>
                <a:cubicBezTo>
                  <a:pt x="92674" y="367267"/>
                  <a:pt x="137156" y="385650"/>
                  <a:pt x="184590" y="385650"/>
                </a:cubicBezTo>
                <a:lnTo>
                  <a:pt x="184590" y="385650"/>
                </a:lnTo>
                <a:cubicBezTo>
                  <a:pt x="231929" y="385650"/>
                  <a:pt x="276506" y="367171"/>
                  <a:pt x="310035" y="333739"/>
                </a:cubicBezTo>
                <a:cubicBezTo>
                  <a:pt x="337562" y="306211"/>
                  <a:pt x="354897" y="271350"/>
                  <a:pt x="360231" y="232964"/>
                </a:cubicBezTo>
                <a:cubicBezTo>
                  <a:pt x="364994" y="198579"/>
                  <a:pt x="359469" y="163050"/>
                  <a:pt x="344705" y="131904"/>
                </a:cubicBezTo>
                <a:lnTo>
                  <a:pt x="382424" y="94185"/>
                </a:lnTo>
                <a:cubicBezTo>
                  <a:pt x="385568" y="90946"/>
                  <a:pt x="386520" y="86089"/>
                  <a:pt x="384806" y="81802"/>
                </a:cubicBezTo>
                <a:close/>
                <a:moveTo>
                  <a:pt x="203259" y="226963"/>
                </a:moveTo>
                <a:cubicBezTo>
                  <a:pt x="198211" y="232012"/>
                  <a:pt x="191544" y="234774"/>
                  <a:pt x="184400" y="234774"/>
                </a:cubicBezTo>
                <a:cubicBezTo>
                  <a:pt x="177256" y="234774"/>
                  <a:pt x="170588" y="232012"/>
                  <a:pt x="165540" y="226963"/>
                </a:cubicBezTo>
                <a:cubicBezTo>
                  <a:pt x="160492" y="221915"/>
                  <a:pt x="157730" y="215248"/>
                  <a:pt x="157730" y="208104"/>
                </a:cubicBezTo>
                <a:cubicBezTo>
                  <a:pt x="157730" y="200960"/>
                  <a:pt x="160492" y="194292"/>
                  <a:pt x="165540" y="189244"/>
                </a:cubicBezTo>
                <a:cubicBezTo>
                  <a:pt x="170779" y="184006"/>
                  <a:pt x="177542" y="181434"/>
                  <a:pt x="184400" y="181434"/>
                </a:cubicBezTo>
                <a:cubicBezTo>
                  <a:pt x="187448" y="181434"/>
                  <a:pt x="190496" y="182005"/>
                  <a:pt x="193448" y="183053"/>
                </a:cubicBezTo>
                <a:lnTo>
                  <a:pt x="176399" y="200103"/>
                </a:lnTo>
                <a:cubicBezTo>
                  <a:pt x="172017" y="204484"/>
                  <a:pt x="172017" y="211723"/>
                  <a:pt x="176399" y="216105"/>
                </a:cubicBezTo>
                <a:cubicBezTo>
                  <a:pt x="178589" y="218296"/>
                  <a:pt x="181542" y="219439"/>
                  <a:pt x="184400" y="219439"/>
                </a:cubicBezTo>
                <a:cubicBezTo>
                  <a:pt x="187257" y="219439"/>
                  <a:pt x="190210" y="218296"/>
                  <a:pt x="192401" y="216105"/>
                </a:cubicBezTo>
                <a:lnTo>
                  <a:pt x="209451" y="199055"/>
                </a:lnTo>
                <a:cubicBezTo>
                  <a:pt x="212879" y="208485"/>
                  <a:pt x="210784" y="219439"/>
                  <a:pt x="203259" y="226963"/>
                </a:cubicBezTo>
                <a:close/>
                <a:moveTo>
                  <a:pt x="210308" y="166194"/>
                </a:moveTo>
                <a:cubicBezTo>
                  <a:pt x="191258" y="154478"/>
                  <a:pt x="165921" y="156764"/>
                  <a:pt x="149443" y="173242"/>
                </a:cubicBezTo>
                <a:cubicBezTo>
                  <a:pt x="140109" y="182577"/>
                  <a:pt x="134965" y="194959"/>
                  <a:pt x="134965" y="208104"/>
                </a:cubicBezTo>
                <a:cubicBezTo>
                  <a:pt x="134965" y="221248"/>
                  <a:pt x="140109" y="233631"/>
                  <a:pt x="149443" y="242965"/>
                </a:cubicBezTo>
                <a:cubicBezTo>
                  <a:pt x="158778" y="252300"/>
                  <a:pt x="171160" y="257443"/>
                  <a:pt x="184304" y="257443"/>
                </a:cubicBezTo>
                <a:cubicBezTo>
                  <a:pt x="197449" y="257443"/>
                  <a:pt x="209831" y="252300"/>
                  <a:pt x="219166" y="242965"/>
                </a:cubicBezTo>
                <a:cubicBezTo>
                  <a:pt x="235644" y="226487"/>
                  <a:pt x="238026" y="201150"/>
                  <a:pt x="226214" y="182100"/>
                </a:cubicBezTo>
                <a:lnTo>
                  <a:pt x="256218" y="152097"/>
                </a:lnTo>
                <a:cubicBezTo>
                  <a:pt x="284031" y="187815"/>
                  <a:pt x="281555" y="239727"/>
                  <a:pt x="248694" y="272588"/>
                </a:cubicBezTo>
                <a:cubicBezTo>
                  <a:pt x="213165" y="308116"/>
                  <a:pt x="155253" y="308116"/>
                  <a:pt x="119725" y="272588"/>
                </a:cubicBezTo>
                <a:cubicBezTo>
                  <a:pt x="84197" y="237060"/>
                  <a:pt x="84197" y="179148"/>
                  <a:pt x="119725" y="143619"/>
                </a:cubicBezTo>
                <a:cubicBezTo>
                  <a:pt x="137537" y="125808"/>
                  <a:pt x="160873" y="116950"/>
                  <a:pt x="184209" y="116950"/>
                </a:cubicBezTo>
                <a:cubicBezTo>
                  <a:pt x="204021" y="116950"/>
                  <a:pt x="223738" y="123331"/>
                  <a:pt x="240216" y="136095"/>
                </a:cubicBezTo>
                <a:lnTo>
                  <a:pt x="210308" y="166194"/>
                </a:lnTo>
                <a:close/>
                <a:moveTo>
                  <a:pt x="293556" y="317737"/>
                </a:moveTo>
                <a:cubicBezTo>
                  <a:pt x="233263" y="378030"/>
                  <a:pt x="135251" y="378030"/>
                  <a:pt x="75053" y="317737"/>
                </a:cubicBezTo>
                <a:cubicBezTo>
                  <a:pt x="14760" y="257443"/>
                  <a:pt x="14760" y="159431"/>
                  <a:pt x="75053" y="99233"/>
                </a:cubicBezTo>
                <a:cubicBezTo>
                  <a:pt x="104580" y="69706"/>
                  <a:pt x="144490" y="54180"/>
                  <a:pt x="184781" y="54180"/>
                </a:cubicBezTo>
                <a:cubicBezTo>
                  <a:pt x="205450" y="54180"/>
                  <a:pt x="226214" y="58275"/>
                  <a:pt x="245645" y="66658"/>
                </a:cubicBezTo>
                <a:cubicBezTo>
                  <a:pt x="245645" y="66848"/>
                  <a:pt x="245645" y="66943"/>
                  <a:pt x="245550" y="67134"/>
                </a:cubicBezTo>
                <a:cubicBezTo>
                  <a:pt x="245550" y="67229"/>
                  <a:pt x="245550" y="67324"/>
                  <a:pt x="245550" y="67419"/>
                </a:cubicBezTo>
                <a:cubicBezTo>
                  <a:pt x="245550" y="67800"/>
                  <a:pt x="245455" y="68086"/>
                  <a:pt x="245455" y="68467"/>
                </a:cubicBezTo>
                <a:lnTo>
                  <a:pt x="245455" y="112473"/>
                </a:lnTo>
                <a:cubicBezTo>
                  <a:pt x="201449" y="84469"/>
                  <a:pt x="142204" y="89613"/>
                  <a:pt x="103818" y="127998"/>
                </a:cubicBezTo>
                <a:cubicBezTo>
                  <a:pt x="59432" y="172385"/>
                  <a:pt x="59432" y="244680"/>
                  <a:pt x="103818" y="289066"/>
                </a:cubicBezTo>
                <a:cubicBezTo>
                  <a:pt x="126012" y="311260"/>
                  <a:pt x="155158" y="322404"/>
                  <a:pt x="184304" y="322404"/>
                </a:cubicBezTo>
                <a:cubicBezTo>
                  <a:pt x="213451" y="322404"/>
                  <a:pt x="242597" y="311260"/>
                  <a:pt x="264791" y="289066"/>
                </a:cubicBezTo>
                <a:cubicBezTo>
                  <a:pt x="303177" y="250681"/>
                  <a:pt x="308415" y="191435"/>
                  <a:pt x="280317" y="147429"/>
                </a:cubicBezTo>
                <a:lnTo>
                  <a:pt x="324322" y="147429"/>
                </a:lnTo>
                <a:cubicBezTo>
                  <a:pt x="324703" y="147429"/>
                  <a:pt x="324989" y="147429"/>
                  <a:pt x="325370" y="147334"/>
                </a:cubicBezTo>
                <a:cubicBezTo>
                  <a:pt x="325465" y="147334"/>
                  <a:pt x="325560" y="147334"/>
                  <a:pt x="325655" y="147334"/>
                </a:cubicBezTo>
                <a:cubicBezTo>
                  <a:pt x="325846" y="147334"/>
                  <a:pt x="325941" y="147334"/>
                  <a:pt x="326132" y="147239"/>
                </a:cubicBezTo>
                <a:cubicBezTo>
                  <a:pt x="350897" y="204579"/>
                  <a:pt x="338324" y="273064"/>
                  <a:pt x="293556" y="317737"/>
                </a:cubicBezTo>
                <a:close/>
                <a:moveTo>
                  <a:pt x="319560" y="124379"/>
                </a:moveTo>
                <a:lnTo>
                  <a:pt x="268410" y="124379"/>
                </a:lnTo>
                <a:lnTo>
                  <a:pt x="268410" y="73325"/>
                </a:lnTo>
                <a:lnTo>
                  <a:pt x="295080" y="46655"/>
                </a:lnTo>
                <a:lnTo>
                  <a:pt x="295080" y="86469"/>
                </a:lnTo>
                <a:cubicBezTo>
                  <a:pt x="295080" y="92661"/>
                  <a:pt x="300129" y="97709"/>
                  <a:pt x="306320" y="97709"/>
                </a:cubicBezTo>
                <a:lnTo>
                  <a:pt x="346229" y="97709"/>
                </a:lnTo>
                <a:lnTo>
                  <a:pt x="319560" y="124379"/>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nvGrpSpPr>
          <p:cNvPr id="362" name="Google Shape;362;p46"/>
          <p:cNvGrpSpPr/>
          <p:nvPr/>
        </p:nvGrpSpPr>
        <p:grpSpPr>
          <a:xfrm>
            <a:off x="6116280" y="1707259"/>
            <a:ext cx="371778" cy="371778"/>
            <a:chOff x="4144033" y="2229040"/>
            <a:chExt cx="390525" cy="390525"/>
          </a:xfrm>
        </p:grpSpPr>
        <p:sp>
          <p:nvSpPr>
            <p:cNvPr id="363" name="Google Shape;363;p46"/>
            <p:cNvSpPr/>
            <p:nvPr/>
          </p:nvSpPr>
          <p:spPr>
            <a:xfrm>
              <a:off x="4144033" y="2229040"/>
              <a:ext cx="390525" cy="390525"/>
            </a:xfrm>
            <a:custGeom>
              <a:rect b="b" l="l" r="r" t="t"/>
              <a:pathLst>
                <a:path extrusionOk="0" h="390525" w="390525">
                  <a:moveTo>
                    <a:pt x="352806" y="96012"/>
                  </a:moveTo>
                  <a:lnTo>
                    <a:pt x="297275" y="96012"/>
                  </a:lnTo>
                  <a:lnTo>
                    <a:pt x="297275" y="40481"/>
                  </a:lnTo>
                  <a:cubicBezTo>
                    <a:pt x="297275" y="22098"/>
                    <a:pt x="282321" y="7144"/>
                    <a:pt x="263938" y="7144"/>
                  </a:cubicBezTo>
                  <a:lnTo>
                    <a:pt x="40481" y="7144"/>
                  </a:lnTo>
                  <a:cubicBezTo>
                    <a:pt x="22098" y="7144"/>
                    <a:pt x="7144" y="22098"/>
                    <a:pt x="7144" y="40481"/>
                  </a:cubicBezTo>
                  <a:lnTo>
                    <a:pt x="7144" y="352806"/>
                  </a:lnTo>
                  <a:cubicBezTo>
                    <a:pt x="7144" y="371189"/>
                    <a:pt x="22098" y="386143"/>
                    <a:pt x="40481" y="386143"/>
                  </a:cubicBezTo>
                  <a:lnTo>
                    <a:pt x="352806" y="386143"/>
                  </a:lnTo>
                  <a:cubicBezTo>
                    <a:pt x="371189" y="386143"/>
                    <a:pt x="386143" y="371189"/>
                    <a:pt x="386143" y="352806"/>
                  </a:cubicBezTo>
                  <a:lnTo>
                    <a:pt x="386143" y="129350"/>
                  </a:lnTo>
                  <a:cubicBezTo>
                    <a:pt x="386048" y="110966"/>
                    <a:pt x="371189" y="96012"/>
                    <a:pt x="352806" y="96012"/>
                  </a:cubicBezTo>
                  <a:close/>
                  <a:moveTo>
                    <a:pt x="40481" y="29432"/>
                  </a:moveTo>
                  <a:lnTo>
                    <a:pt x="264033" y="29432"/>
                  </a:lnTo>
                  <a:cubicBezTo>
                    <a:pt x="270129" y="29432"/>
                    <a:pt x="275177" y="34385"/>
                    <a:pt x="275177" y="40576"/>
                  </a:cubicBezTo>
                  <a:lnTo>
                    <a:pt x="275177" y="51721"/>
                  </a:lnTo>
                  <a:lnTo>
                    <a:pt x="29432" y="51721"/>
                  </a:lnTo>
                  <a:lnTo>
                    <a:pt x="29432" y="40576"/>
                  </a:lnTo>
                  <a:cubicBezTo>
                    <a:pt x="29337" y="34385"/>
                    <a:pt x="34290" y="29432"/>
                    <a:pt x="40481" y="29432"/>
                  </a:cubicBezTo>
                  <a:close/>
                  <a:moveTo>
                    <a:pt x="29337" y="352806"/>
                  </a:moveTo>
                  <a:lnTo>
                    <a:pt x="29337" y="319468"/>
                  </a:lnTo>
                  <a:lnTo>
                    <a:pt x="186214" y="319468"/>
                  </a:lnTo>
                  <a:lnTo>
                    <a:pt x="186214" y="352806"/>
                  </a:lnTo>
                  <a:cubicBezTo>
                    <a:pt x="186214" y="356711"/>
                    <a:pt x="186880" y="360426"/>
                    <a:pt x="188119" y="363950"/>
                  </a:cubicBezTo>
                  <a:lnTo>
                    <a:pt x="40481" y="363950"/>
                  </a:lnTo>
                  <a:cubicBezTo>
                    <a:pt x="34290" y="363950"/>
                    <a:pt x="29337" y="358997"/>
                    <a:pt x="29337" y="352806"/>
                  </a:cubicBezTo>
                  <a:close/>
                  <a:moveTo>
                    <a:pt x="186214" y="129350"/>
                  </a:moveTo>
                  <a:lnTo>
                    <a:pt x="186214" y="297371"/>
                  </a:lnTo>
                  <a:lnTo>
                    <a:pt x="29337" y="297371"/>
                  </a:lnTo>
                  <a:lnTo>
                    <a:pt x="29337" y="73819"/>
                  </a:lnTo>
                  <a:lnTo>
                    <a:pt x="275082" y="73819"/>
                  </a:lnTo>
                  <a:lnTo>
                    <a:pt x="275082" y="96012"/>
                  </a:lnTo>
                  <a:lnTo>
                    <a:pt x="219551" y="96012"/>
                  </a:lnTo>
                  <a:cubicBezTo>
                    <a:pt x="201168" y="96012"/>
                    <a:pt x="186214" y="110966"/>
                    <a:pt x="186214" y="129350"/>
                  </a:cubicBezTo>
                  <a:close/>
                  <a:moveTo>
                    <a:pt x="352806" y="363950"/>
                  </a:moveTo>
                  <a:lnTo>
                    <a:pt x="219551" y="363950"/>
                  </a:lnTo>
                  <a:cubicBezTo>
                    <a:pt x="213455" y="363950"/>
                    <a:pt x="208407" y="358997"/>
                    <a:pt x="208407" y="352806"/>
                  </a:cubicBezTo>
                  <a:lnTo>
                    <a:pt x="208407" y="341662"/>
                  </a:lnTo>
                  <a:lnTo>
                    <a:pt x="363855" y="341662"/>
                  </a:lnTo>
                  <a:lnTo>
                    <a:pt x="363855" y="352806"/>
                  </a:lnTo>
                  <a:cubicBezTo>
                    <a:pt x="363855" y="358997"/>
                    <a:pt x="358902" y="363950"/>
                    <a:pt x="352806" y="363950"/>
                  </a:cubicBezTo>
                  <a:close/>
                  <a:moveTo>
                    <a:pt x="363855" y="319564"/>
                  </a:moveTo>
                  <a:lnTo>
                    <a:pt x="208407" y="319564"/>
                  </a:lnTo>
                  <a:lnTo>
                    <a:pt x="208407" y="162687"/>
                  </a:lnTo>
                  <a:lnTo>
                    <a:pt x="363855" y="162687"/>
                  </a:lnTo>
                  <a:lnTo>
                    <a:pt x="363855" y="319564"/>
                  </a:lnTo>
                  <a:close/>
                  <a:moveTo>
                    <a:pt x="363855" y="140398"/>
                  </a:moveTo>
                  <a:lnTo>
                    <a:pt x="208407" y="140398"/>
                  </a:lnTo>
                  <a:lnTo>
                    <a:pt x="208407" y="129254"/>
                  </a:lnTo>
                  <a:cubicBezTo>
                    <a:pt x="208407" y="123158"/>
                    <a:pt x="213360" y="118110"/>
                    <a:pt x="219551" y="118110"/>
                  </a:cubicBezTo>
                  <a:lnTo>
                    <a:pt x="352806" y="118110"/>
                  </a:lnTo>
                  <a:cubicBezTo>
                    <a:pt x="358902" y="118110"/>
                    <a:pt x="363950" y="123063"/>
                    <a:pt x="363950" y="129254"/>
                  </a:cubicBezTo>
                  <a:lnTo>
                    <a:pt x="363950" y="140398"/>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64" name="Google Shape;364;p46"/>
            <p:cNvSpPr/>
            <p:nvPr/>
          </p:nvSpPr>
          <p:spPr>
            <a:xfrm>
              <a:off x="4188419" y="2317908"/>
              <a:ext cx="123825" cy="95250"/>
            </a:xfrm>
            <a:custGeom>
              <a:rect b="b" l="l" r="r" t="t"/>
              <a:pathLst>
                <a:path extrusionOk="0" h="95250" w="123825">
                  <a:moveTo>
                    <a:pt x="107061" y="7144"/>
                  </a:moveTo>
                  <a:lnTo>
                    <a:pt x="18288" y="7144"/>
                  </a:lnTo>
                  <a:cubicBezTo>
                    <a:pt x="12192" y="7144"/>
                    <a:pt x="7144" y="12097"/>
                    <a:pt x="7144" y="18288"/>
                  </a:cubicBezTo>
                  <a:lnTo>
                    <a:pt x="7144" y="84868"/>
                  </a:lnTo>
                  <a:cubicBezTo>
                    <a:pt x="7144" y="90964"/>
                    <a:pt x="12097" y="96012"/>
                    <a:pt x="18288" y="96012"/>
                  </a:cubicBezTo>
                  <a:lnTo>
                    <a:pt x="107061" y="96012"/>
                  </a:lnTo>
                  <a:cubicBezTo>
                    <a:pt x="113157" y="96012"/>
                    <a:pt x="118205" y="91059"/>
                    <a:pt x="118205" y="84868"/>
                  </a:cubicBezTo>
                  <a:lnTo>
                    <a:pt x="118205" y="18288"/>
                  </a:lnTo>
                  <a:cubicBezTo>
                    <a:pt x="118205" y="12097"/>
                    <a:pt x="113252" y="7144"/>
                    <a:pt x="107061" y="7144"/>
                  </a:cubicBezTo>
                  <a:close/>
                  <a:moveTo>
                    <a:pt x="96012" y="73723"/>
                  </a:moveTo>
                  <a:lnTo>
                    <a:pt x="29433" y="73723"/>
                  </a:lnTo>
                  <a:lnTo>
                    <a:pt x="29433" y="29337"/>
                  </a:lnTo>
                  <a:lnTo>
                    <a:pt x="96012" y="29337"/>
                  </a:lnTo>
                  <a:lnTo>
                    <a:pt x="96012" y="73723"/>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65" name="Google Shape;365;p46"/>
            <p:cNvSpPr/>
            <p:nvPr/>
          </p:nvSpPr>
          <p:spPr>
            <a:xfrm>
              <a:off x="4188060" y="2428970"/>
              <a:ext cx="76200" cy="28575"/>
            </a:xfrm>
            <a:custGeom>
              <a:rect b="b" l="l" r="r" t="t"/>
              <a:pathLst>
                <a:path extrusionOk="0" h="28575" w="76200">
                  <a:moveTo>
                    <a:pt x="62653" y="7144"/>
                  </a:moveTo>
                  <a:lnTo>
                    <a:pt x="18552" y="7144"/>
                  </a:lnTo>
                  <a:cubicBezTo>
                    <a:pt x="12838" y="7144"/>
                    <a:pt x="7884" y="11335"/>
                    <a:pt x="7218" y="16954"/>
                  </a:cubicBezTo>
                  <a:cubicBezTo>
                    <a:pt x="6456" y="23622"/>
                    <a:pt x="11694" y="29337"/>
                    <a:pt x="18267" y="29337"/>
                  </a:cubicBezTo>
                  <a:lnTo>
                    <a:pt x="62367" y="29337"/>
                  </a:lnTo>
                  <a:cubicBezTo>
                    <a:pt x="68082" y="29337"/>
                    <a:pt x="73035" y="25146"/>
                    <a:pt x="73702" y="19526"/>
                  </a:cubicBezTo>
                  <a:cubicBezTo>
                    <a:pt x="74464" y="12764"/>
                    <a:pt x="69225" y="7144"/>
                    <a:pt x="62653" y="714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66" name="Google Shape;366;p46"/>
            <p:cNvSpPr/>
            <p:nvPr/>
          </p:nvSpPr>
          <p:spPr>
            <a:xfrm>
              <a:off x="4367225" y="2406681"/>
              <a:ext cx="123825" cy="28575"/>
            </a:xfrm>
            <a:custGeom>
              <a:rect b="b" l="l" r="r" t="t"/>
              <a:pathLst>
                <a:path extrusionOk="0" h="28575" w="123825">
                  <a:moveTo>
                    <a:pt x="107039" y="7144"/>
                  </a:moveTo>
                  <a:lnTo>
                    <a:pt x="18552" y="7144"/>
                  </a:lnTo>
                  <a:cubicBezTo>
                    <a:pt x="12837" y="7144"/>
                    <a:pt x="7884" y="11335"/>
                    <a:pt x="7218" y="16954"/>
                  </a:cubicBezTo>
                  <a:cubicBezTo>
                    <a:pt x="6455" y="23622"/>
                    <a:pt x="11694" y="29337"/>
                    <a:pt x="18266" y="29337"/>
                  </a:cubicBezTo>
                  <a:lnTo>
                    <a:pt x="106754" y="29337"/>
                  </a:lnTo>
                  <a:cubicBezTo>
                    <a:pt x="112469" y="29337"/>
                    <a:pt x="117422" y="25146"/>
                    <a:pt x="118088" y="19526"/>
                  </a:cubicBezTo>
                  <a:cubicBezTo>
                    <a:pt x="118755" y="12859"/>
                    <a:pt x="113516" y="7144"/>
                    <a:pt x="107039" y="714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67" name="Google Shape;367;p46"/>
            <p:cNvSpPr/>
            <p:nvPr/>
          </p:nvSpPr>
          <p:spPr>
            <a:xfrm>
              <a:off x="4367130" y="2451163"/>
              <a:ext cx="76200" cy="28575"/>
            </a:xfrm>
            <a:custGeom>
              <a:rect b="b" l="l" r="r" t="t"/>
              <a:pathLst>
                <a:path extrusionOk="0" h="28575" w="76200">
                  <a:moveTo>
                    <a:pt x="62653" y="7144"/>
                  </a:moveTo>
                  <a:lnTo>
                    <a:pt x="18552" y="7144"/>
                  </a:lnTo>
                  <a:cubicBezTo>
                    <a:pt x="12837" y="7144"/>
                    <a:pt x="7884" y="11335"/>
                    <a:pt x="7218" y="16954"/>
                  </a:cubicBezTo>
                  <a:cubicBezTo>
                    <a:pt x="6455" y="23622"/>
                    <a:pt x="11694" y="29337"/>
                    <a:pt x="18267" y="29337"/>
                  </a:cubicBezTo>
                  <a:lnTo>
                    <a:pt x="62367" y="29337"/>
                  </a:lnTo>
                  <a:cubicBezTo>
                    <a:pt x="68082" y="29337"/>
                    <a:pt x="73035" y="25146"/>
                    <a:pt x="73702" y="19526"/>
                  </a:cubicBezTo>
                  <a:cubicBezTo>
                    <a:pt x="74464" y="12763"/>
                    <a:pt x="69225" y="7144"/>
                    <a:pt x="62653" y="714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grpSp>
        <p:nvGrpSpPr>
          <p:cNvPr id="368" name="Google Shape;368;p46"/>
          <p:cNvGrpSpPr/>
          <p:nvPr/>
        </p:nvGrpSpPr>
        <p:grpSpPr>
          <a:xfrm>
            <a:off x="6125348" y="3249372"/>
            <a:ext cx="353643" cy="371778"/>
            <a:chOff x="4143556" y="4903660"/>
            <a:chExt cx="371475" cy="390525"/>
          </a:xfrm>
        </p:grpSpPr>
        <p:sp>
          <p:nvSpPr>
            <p:cNvPr id="369" name="Google Shape;369;p46"/>
            <p:cNvSpPr/>
            <p:nvPr/>
          </p:nvSpPr>
          <p:spPr>
            <a:xfrm>
              <a:off x="4143556" y="4903660"/>
              <a:ext cx="371475" cy="390525"/>
            </a:xfrm>
            <a:custGeom>
              <a:rect b="b" l="l" r="r" t="t"/>
              <a:pathLst>
                <a:path extrusionOk="0" h="390525" w="371475">
                  <a:moveTo>
                    <a:pt x="340709" y="123730"/>
                  </a:moveTo>
                  <a:cubicBezTo>
                    <a:pt x="335471" y="58579"/>
                    <a:pt x="280416" y="7144"/>
                    <a:pt x="213455" y="7144"/>
                  </a:cubicBezTo>
                  <a:lnTo>
                    <a:pt x="163639" y="7144"/>
                  </a:lnTo>
                  <a:cubicBezTo>
                    <a:pt x="96488" y="7144"/>
                    <a:pt x="41243" y="58579"/>
                    <a:pt x="36100" y="123825"/>
                  </a:cubicBezTo>
                  <a:cubicBezTo>
                    <a:pt x="19526" y="127635"/>
                    <a:pt x="7144" y="142589"/>
                    <a:pt x="7144" y="160306"/>
                  </a:cubicBezTo>
                  <a:lnTo>
                    <a:pt x="7144" y="221647"/>
                  </a:lnTo>
                  <a:cubicBezTo>
                    <a:pt x="7144" y="239363"/>
                    <a:pt x="19526" y="254222"/>
                    <a:pt x="36195" y="258128"/>
                  </a:cubicBezTo>
                  <a:cubicBezTo>
                    <a:pt x="41148" y="316801"/>
                    <a:pt x="88678" y="363760"/>
                    <a:pt x="148114" y="368237"/>
                  </a:cubicBezTo>
                  <a:cubicBezTo>
                    <a:pt x="152019" y="378714"/>
                    <a:pt x="162116" y="386143"/>
                    <a:pt x="173831" y="386143"/>
                  </a:cubicBezTo>
                  <a:lnTo>
                    <a:pt x="200311" y="386143"/>
                  </a:lnTo>
                  <a:cubicBezTo>
                    <a:pt x="215455" y="386143"/>
                    <a:pt x="227743" y="373856"/>
                    <a:pt x="227743" y="358712"/>
                  </a:cubicBezTo>
                  <a:lnTo>
                    <a:pt x="227743" y="355854"/>
                  </a:lnTo>
                  <a:cubicBezTo>
                    <a:pt x="227743" y="340709"/>
                    <a:pt x="215455" y="328422"/>
                    <a:pt x="200311" y="328422"/>
                  </a:cubicBezTo>
                  <a:lnTo>
                    <a:pt x="174022" y="328422"/>
                  </a:lnTo>
                  <a:cubicBezTo>
                    <a:pt x="162592" y="328422"/>
                    <a:pt x="152781" y="335471"/>
                    <a:pt x="148685" y="345472"/>
                  </a:cubicBezTo>
                  <a:cubicBezTo>
                    <a:pt x="101537" y="341186"/>
                    <a:pt x="63913" y="304133"/>
                    <a:pt x="59150" y="257651"/>
                  </a:cubicBezTo>
                  <a:cubicBezTo>
                    <a:pt x="66580" y="255746"/>
                    <a:pt x="73152" y="251555"/>
                    <a:pt x="78105" y="245840"/>
                  </a:cubicBezTo>
                  <a:cubicBezTo>
                    <a:pt x="98488" y="286131"/>
                    <a:pt x="140494" y="313849"/>
                    <a:pt x="188881" y="313849"/>
                  </a:cubicBezTo>
                  <a:cubicBezTo>
                    <a:pt x="237268" y="313849"/>
                    <a:pt x="279273" y="286131"/>
                    <a:pt x="299656" y="245840"/>
                  </a:cubicBezTo>
                  <a:cubicBezTo>
                    <a:pt x="306514" y="253746"/>
                    <a:pt x="316611" y="258794"/>
                    <a:pt x="327946" y="258794"/>
                  </a:cubicBezTo>
                  <a:lnTo>
                    <a:pt x="332422" y="258794"/>
                  </a:lnTo>
                  <a:cubicBezTo>
                    <a:pt x="353092" y="258794"/>
                    <a:pt x="369856" y="242030"/>
                    <a:pt x="369856" y="221361"/>
                  </a:cubicBezTo>
                  <a:lnTo>
                    <a:pt x="369856" y="160115"/>
                  </a:lnTo>
                  <a:cubicBezTo>
                    <a:pt x="369570" y="142399"/>
                    <a:pt x="357188" y="127540"/>
                    <a:pt x="340709" y="123730"/>
                  </a:cubicBezTo>
                  <a:close/>
                  <a:moveTo>
                    <a:pt x="173546" y="351282"/>
                  </a:moveTo>
                  <a:lnTo>
                    <a:pt x="200120" y="351282"/>
                  </a:lnTo>
                  <a:cubicBezTo>
                    <a:pt x="202978" y="351282"/>
                    <a:pt x="205359" y="353663"/>
                    <a:pt x="205359" y="356521"/>
                  </a:cubicBezTo>
                  <a:lnTo>
                    <a:pt x="205359" y="358712"/>
                  </a:lnTo>
                  <a:cubicBezTo>
                    <a:pt x="205359" y="361569"/>
                    <a:pt x="202978" y="363950"/>
                    <a:pt x="200120" y="363950"/>
                  </a:cubicBezTo>
                  <a:lnTo>
                    <a:pt x="173546" y="363950"/>
                  </a:lnTo>
                  <a:cubicBezTo>
                    <a:pt x="170688" y="363950"/>
                    <a:pt x="168307" y="361569"/>
                    <a:pt x="168307" y="358712"/>
                  </a:cubicBezTo>
                  <a:lnTo>
                    <a:pt x="168307" y="356521"/>
                  </a:lnTo>
                  <a:cubicBezTo>
                    <a:pt x="168307" y="353568"/>
                    <a:pt x="170593" y="351282"/>
                    <a:pt x="173546" y="351282"/>
                  </a:cubicBezTo>
                  <a:close/>
                  <a:moveTo>
                    <a:pt x="163354" y="29337"/>
                  </a:moveTo>
                  <a:lnTo>
                    <a:pt x="213265" y="29337"/>
                  </a:lnTo>
                  <a:cubicBezTo>
                    <a:pt x="268129" y="29337"/>
                    <a:pt x="313372" y="70961"/>
                    <a:pt x="318421" y="124015"/>
                  </a:cubicBezTo>
                  <a:cubicBezTo>
                    <a:pt x="310896" y="125921"/>
                    <a:pt x="304324" y="130207"/>
                    <a:pt x="299466" y="135826"/>
                  </a:cubicBezTo>
                  <a:cubicBezTo>
                    <a:pt x="279083" y="95440"/>
                    <a:pt x="236887" y="67628"/>
                    <a:pt x="188404" y="67628"/>
                  </a:cubicBezTo>
                  <a:cubicBezTo>
                    <a:pt x="139827" y="67628"/>
                    <a:pt x="97727" y="95440"/>
                    <a:pt x="77343" y="135826"/>
                  </a:cubicBezTo>
                  <a:cubicBezTo>
                    <a:pt x="72390" y="130112"/>
                    <a:pt x="65818" y="125921"/>
                    <a:pt x="58388" y="124015"/>
                  </a:cubicBezTo>
                  <a:cubicBezTo>
                    <a:pt x="63246" y="70961"/>
                    <a:pt x="108490" y="29337"/>
                    <a:pt x="163354" y="29337"/>
                  </a:cubicBezTo>
                  <a:close/>
                  <a:moveTo>
                    <a:pt x="48673" y="236601"/>
                  </a:moveTo>
                  <a:lnTo>
                    <a:pt x="44291" y="236601"/>
                  </a:lnTo>
                  <a:cubicBezTo>
                    <a:pt x="35909" y="236601"/>
                    <a:pt x="29051" y="229743"/>
                    <a:pt x="29051" y="221361"/>
                  </a:cubicBezTo>
                  <a:lnTo>
                    <a:pt x="29051" y="160020"/>
                  </a:lnTo>
                  <a:cubicBezTo>
                    <a:pt x="29051" y="151638"/>
                    <a:pt x="35909" y="144780"/>
                    <a:pt x="44291" y="144780"/>
                  </a:cubicBezTo>
                  <a:lnTo>
                    <a:pt x="48673" y="144780"/>
                  </a:lnTo>
                  <a:cubicBezTo>
                    <a:pt x="57055" y="144780"/>
                    <a:pt x="63913" y="151638"/>
                    <a:pt x="63913" y="160020"/>
                  </a:cubicBezTo>
                  <a:lnTo>
                    <a:pt x="63913" y="221361"/>
                  </a:lnTo>
                  <a:cubicBezTo>
                    <a:pt x="63913" y="229743"/>
                    <a:pt x="57150" y="236601"/>
                    <a:pt x="48673" y="236601"/>
                  </a:cubicBezTo>
                  <a:close/>
                  <a:moveTo>
                    <a:pt x="188309" y="291941"/>
                  </a:moveTo>
                  <a:cubicBezTo>
                    <a:pt x="132017" y="291941"/>
                    <a:pt x="86296" y="246602"/>
                    <a:pt x="86296" y="190881"/>
                  </a:cubicBezTo>
                  <a:cubicBezTo>
                    <a:pt x="86296" y="135160"/>
                    <a:pt x="132017" y="89821"/>
                    <a:pt x="188309" y="89821"/>
                  </a:cubicBezTo>
                  <a:cubicBezTo>
                    <a:pt x="244602" y="89821"/>
                    <a:pt x="290322" y="135160"/>
                    <a:pt x="290322" y="190881"/>
                  </a:cubicBezTo>
                  <a:cubicBezTo>
                    <a:pt x="290322" y="246602"/>
                    <a:pt x="244507" y="291941"/>
                    <a:pt x="188309" y="291941"/>
                  </a:cubicBezTo>
                  <a:close/>
                  <a:moveTo>
                    <a:pt x="332137" y="236601"/>
                  </a:moveTo>
                  <a:lnTo>
                    <a:pt x="327755" y="236601"/>
                  </a:lnTo>
                  <a:cubicBezTo>
                    <a:pt x="319373" y="236601"/>
                    <a:pt x="312515" y="229743"/>
                    <a:pt x="312515" y="221361"/>
                  </a:cubicBezTo>
                  <a:lnTo>
                    <a:pt x="312515" y="160020"/>
                  </a:lnTo>
                  <a:cubicBezTo>
                    <a:pt x="312515" y="151638"/>
                    <a:pt x="319373" y="144780"/>
                    <a:pt x="327755" y="144780"/>
                  </a:cubicBezTo>
                  <a:lnTo>
                    <a:pt x="332137" y="144780"/>
                  </a:lnTo>
                  <a:cubicBezTo>
                    <a:pt x="340519" y="144780"/>
                    <a:pt x="347377" y="151638"/>
                    <a:pt x="347377" y="160020"/>
                  </a:cubicBezTo>
                  <a:lnTo>
                    <a:pt x="347377" y="221361"/>
                  </a:lnTo>
                  <a:cubicBezTo>
                    <a:pt x="347377" y="229743"/>
                    <a:pt x="340614" y="236601"/>
                    <a:pt x="332137" y="23660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70" name="Google Shape;370;p46"/>
            <p:cNvSpPr/>
            <p:nvPr/>
          </p:nvSpPr>
          <p:spPr>
            <a:xfrm>
              <a:off x="4275097" y="5041984"/>
              <a:ext cx="28575" cy="38100"/>
            </a:xfrm>
            <a:custGeom>
              <a:rect b="b" l="l" r="r" t="t"/>
              <a:pathLst>
                <a:path extrusionOk="0" h="38100" w="28575">
                  <a:moveTo>
                    <a:pt x="29337" y="28649"/>
                  </a:moveTo>
                  <a:lnTo>
                    <a:pt x="29337" y="18552"/>
                  </a:lnTo>
                  <a:cubicBezTo>
                    <a:pt x="29337" y="12837"/>
                    <a:pt x="25146" y="7884"/>
                    <a:pt x="19526" y="7218"/>
                  </a:cubicBezTo>
                  <a:cubicBezTo>
                    <a:pt x="12859" y="6455"/>
                    <a:pt x="7144" y="11694"/>
                    <a:pt x="7144" y="18267"/>
                  </a:cubicBezTo>
                  <a:lnTo>
                    <a:pt x="7144" y="28935"/>
                  </a:lnTo>
                  <a:cubicBezTo>
                    <a:pt x="7144" y="35507"/>
                    <a:pt x="12859" y="40745"/>
                    <a:pt x="19526" y="39984"/>
                  </a:cubicBezTo>
                  <a:cubicBezTo>
                    <a:pt x="25146" y="39412"/>
                    <a:pt x="29337" y="34364"/>
                    <a:pt x="29337" y="286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71" name="Google Shape;371;p46"/>
            <p:cNvSpPr/>
            <p:nvPr/>
          </p:nvSpPr>
          <p:spPr>
            <a:xfrm>
              <a:off x="4352059" y="5041984"/>
              <a:ext cx="28575" cy="38100"/>
            </a:xfrm>
            <a:custGeom>
              <a:rect b="b" l="l" r="r" t="t"/>
              <a:pathLst>
                <a:path extrusionOk="0" h="38100" w="28575">
                  <a:moveTo>
                    <a:pt x="7144" y="18552"/>
                  </a:moveTo>
                  <a:lnTo>
                    <a:pt x="7144" y="28649"/>
                  </a:lnTo>
                  <a:cubicBezTo>
                    <a:pt x="7144" y="34364"/>
                    <a:pt x="11335" y="39317"/>
                    <a:pt x="16954" y="39984"/>
                  </a:cubicBezTo>
                  <a:cubicBezTo>
                    <a:pt x="23622" y="40745"/>
                    <a:pt x="29337" y="35507"/>
                    <a:pt x="29337" y="28935"/>
                  </a:cubicBezTo>
                  <a:lnTo>
                    <a:pt x="29337" y="18267"/>
                  </a:lnTo>
                  <a:cubicBezTo>
                    <a:pt x="29337" y="11694"/>
                    <a:pt x="23622" y="6455"/>
                    <a:pt x="16954" y="7218"/>
                  </a:cubicBezTo>
                  <a:cubicBezTo>
                    <a:pt x="11335" y="7884"/>
                    <a:pt x="7144" y="12837"/>
                    <a:pt x="7144" y="1855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sp>
          <p:nvSpPr>
            <p:cNvPr id="372" name="Google Shape;372;p46"/>
            <p:cNvSpPr/>
            <p:nvPr/>
          </p:nvSpPr>
          <p:spPr>
            <a:xfrm>
              <a:off x="4275287" y="5095697"/>
              <a:ext cx="104775" cy="57150"/>
            </a:xfrm>
            <a:custGeom>
              <a:rect b="b" l="l" r="r" t="t"/>
              <a:pathLst>
                <a:path extrusionOk="0" h="57150" w="104775">
                  <a:moveTo>
                    <a:pt x="90678" y="7893"/>
                  </a:moveTo>
                  <a:cubicBezTo>
                    <a:pt x="86392" y="9512"/>
                    <a:pt x="83725" y="13798"/>
                    <a:pt x="83725" y="18371"/>
                  </a:cubicBezTo>
                  <a:cubicBezTo>
                    <a:pt x="83629" y="24657"/>
                    <a:pt x="78486" y="29705"/>
                    <a:pt x="72104" y="29705"/>
                  </a:cubicBezTo>
                  <a:lnTo>
                    <a:pt x="40957" y="29705"/>
                  </a:lnTo>
                  <a:cubicBezTo>
                    <a:pt x="34576" y="29705"/>
                    <a:pt x="29432" y="24657"/>
                    <a:pt x="29337" y="18371"/>
                  </a:cubicBezTo>
                  <a:cubicBezTo>
                    <a:pt x="29337" y="13798"/>
                    <a:pt x="26670" y="9512"/>
                    <a:pt x="22384" y="7893"/>
                  </a:cubicBezTo>
                  <a:cubicBezTo>
                    <a:pt x="14478" y="5036"/>
                    <a:pt x="7144" y="10750"/>
                    <a:pt x="7144" y="18275"/>
                  </a:cubicBezTo>
                  <a:cubicBezTo>
                    <a:pt x="7144" y="36849"/>
                    <a:pt x="22288" y="51898"/>
                    <a:pt x="40957" y="51898"/>
                  </a:cubicBezTo>
                  <a:lnTo>
                    <a:pt x="72104" y="51898"/>
                  </a:lnTo>
                  <a:cubicBezTo>
                    <a:pt x="90773" y="51898"/>
                    <a:pt x="105918" y="36849"/>
                    <a:pt x="105918" y="18275"/>
                  </a:cubicBezTo>
                  <a:cubicBezTo>
                    <a:pt x="105918" y="10846"/>
                    <a:pt x="98584" y="5036"/>
                    <a:pt x="90678" y="7893"/>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Poppins Light"/>
                <a:ea typeface="Poppins Light"/>
                <a:cs typeface="Poppins Light"/>
                <a:sym typeface="Poppins Light"/>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p:nvPr/>
        </p:nvSpPr>
        <p:spPr>
          <a:xfrm>
            <a:off x="5837126" y="2237452"/>
            <a:ext cx="2764292" cy="421972"/>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ko" sz="1500">
                <a:solidFill>
                  <a:schemeClr val="lt1"/>
                </a:solidFill>
                <a:latin typeface="Poppins SemiBold"/>
                <a:ea typeface="Poppins SemiBold"/>
                <a:cs typeface="Poppins SemiBold"/>
                <a:sym typeface="Poppins SemiBold"/>
              </a:rPr>
              <a:t>Enter Your Title Here</a:t>
            </a:r>
            <a:endParaRPr sz="1500">
              <a:solidFill>
                <a:schemeClr val="lt1"/>
              </a:solidFill>
              <a:latin typeface="Poppins SemiBold"/>
              <a:ea typeface="Poppins SemiBold"/>
              <a:cs typeface="Poppins SemiBold"/>
              <a:sym typeface="Poppins SemiBold"/>
            </a:endParaRPr>
          </a:p>
        </p:txBody>
      </p:sp>
      <p:sp>
        <p:nvSpPr>
          <p:cNvPr id="378" name="Google Shape;378;p47"/>
          <p:cNvSpPr txBox="1"/>
          <p:nvPr/>
        </p:nvSpPr>
        <p:spPr>
          <a:xfrm>
            <a:off x="5837126" y="3301172"/>
            <a:ext cx="2710974" cy="71558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100">
                <a:solidFill>
                  <a:schemeClr val="lt1"/>
                </a:solidFill>
                <a:latin typeface="Poppins Light"/>
                <a:ea typeface="Poppins Light"/>
                <a:cs typeface="Poppins Light"/>
                <a:sym typeface="Poppins Light"/>
              </a:rPr>
              <a:t>Lorem ipsum dolor sit amet, consectetur adipisicing elit, sed do eiusmod tempor incididunt ut labore et dolore magna aliqua.</a:t>
            </a:r>
            <a:endParaRPr sz="1100">
              <a:solidFill>
                <a:schemeClr val="lt1"/>
              </a:solidFill>
              <a:latin typeface="Poppins Light"/>
              <a:ea typeface="Poppins Light"/>
              <a:cs typeface="Poppins Light"/>
              <a:sym typeface="Poppins Light"/>
            </a:endParaRPr>
          </a:p>
        </p:txBody>
      </p:sp>
      <p:sp>
        <p:nvSpPr>
          <p:cNvPr id="379" name="Google Shape;379;p47"/>
          <p:cNvSpPr/>
          <p:nvPr/>
        </p:nvSpPr>
        <p:spPr>
          <a:xfrm>
            <a:off x="5837126" y="3047251"/>
            <a:ext cx="2705100" cy="276999"/>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ko" sz="1400">
                <a:solidFill>
                  <a:schemeClr val="lt1"/>
                </a:solidFill>
                <a:latin typeface="Poppins SemiBold"/>
                <a:ea typeface="Poppins SemiBold"/>
                <a:cs typeface="Poppins SemiBold"/>
                <a:sym typeface="Poppins SemiBold"/>
              </a:rPr>
              <a:t>Lorem ipsum</a:t>
            </a:r>
            <a:endParaRPr sz="1400">
              <a:solidFill>
                <a:schemeClr val="lt1"/>
              </a:solidFill>
              <a:latin typeface="Poppins SemiBold"/>
              <a:ea typeface="Poppins SemiBold"/>
              <a:cs typeface="Poppins SemiBold"/>
              <a:sym typeface="Poppins SemiBold"/>
            </a:endParaRPr>
          </a:p>
        </p:txBody>
      </p:sp>
      <p:sp>
        <p:nvSpPr>
          <p:cNvPr id="380" name="Google Shape;380;p47"/>
          <p:cNvSpPr/>
          <p:nvPr>
            <p:ph idx="2" type="pic"/>
          </p:nvPr>
        </p:nvSpPr>
        <p:spPr>
          <a:xfrm>
            <a:off x="3169784" y="1126748"/>
            <a:ext cx="2155371" cy="2890004"/>
          </a:xfrm>
          <a:prstGeom prst="rect">
            <a:avLst/>
          </a:prstGeom>
          <a:solidFill>
            <a:srgbClr val="F2F2F2"/>
          </a:solidFill>
          <a:ln>
            <a:noFill/>
          </a:ln>
        </p:spPr>
      </p:sp>
      <p:sp>
        <p:nvSpPr>
          <p:cNvPr id="381" name="Google Shape;381;p47"/>
          <p:cNvSpPr/>
          <p:nvPr>
            <p:ph idx="3" type="pic"/>
          </p:nvPr>
        </p:nvSpPr>
        <p:spPr>
          <a:xfrm>
            <a:off x="611812" y="1126748"/>
            <a:ext cx="2155371" cy="2890004"/>
          </a:xfrm>
          <a:prstGeom prst="rect">
            <a:avLst/>
          </a:prstGeom>
          <a:solidFill>
            <a:srgbClr val="F2F2F2"/>
          </a:solid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8"/>
          <p:cNvSpPr/>
          <p:nvPr/>
        </p:nvSpPr>
        <p:spPr>
          <a:xfrm>
            <a:off x="1219201" y="718262"/>
            <a:ext cx="6705600" cy="486891"/>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lang="ko" sz="1800">
                <a:solidFill>
                  <a:schemeClr val="lt1"/>
                </a:solidFill>
                <a:latin typeface="Poppins SemiBold"/>
                <a:ea typeface="Poppins SemiBold"/>
                <a:cs typeface="Poppins SemiBold"/>
                <a:sym typeface="Poppins SemiBold"/>
              </a:rPr>
              <a:t>Slide Title here</a:t>
            </a:r>
            <a:endParaRPr b="0" sz="1800">
              <a:solidFill>
                <a:schemeClr val="lt1"/>
              </a:solidFill>
              <a:latin typeface="Poppins SemiBold"/>
              <a:ea typeface="Poppins SemiBold"/>
              <a:cs typeface="Poppins SemiBold"/>
              <a:sym typeface="Poppins SemiBold"/>
            </a:endParaRPr>
          </a:p>
        </p:txBody>
      </p:sp>
      <p:sp>
        <p:nvSpPr>
          <p:cNvPr id="387" name="Google Shape;387;p48"/>
          <p:cNvSpPr txBox="1"/>
          <p:nvPr/>
        </p:nvSpPr>
        <p:spPr>
          <a:xfrm>
            <a:off x="3848100" y="1564880"/>
            <a:ext cx="4076701"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500">
                <a:solidFill>
                  <a:schemeClr val="lt1"/>
                </a:solidFill>
                <a:latin typeface="Poppins SemiBold"/>
                <a:ea typeface="Poppins SemiBold"/>
                <a:cs typeface="Poppins SemiBold"/>
                <a:sym typeface="Poppins SemiBold"/>
              </a:rPr>
              <a:t>Your target market</a:t>
            </a:r>
            <a:endParaRPr sz="1100"/>
          </a:p>
        </p:txBody>
      </p:sp>
      <p:sp>
        <p:nvSpPr>
          <p:cNvPr id="388" name="Google Shape;388;p48"/>
          <p:cNvSpPr txBox="1"/>
          <p:nvPr/>
        </p:nvSpPr>
        <p:spPr>
          <a:xfrm>
            <a:off x="3848100" y="1909670"/>
            <a:ext cx="4076701"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100">
                <a:solidFill>
                  <a:schemeClr val="lt1"/>
                </a:solidFill>
                <a:latin typeface="Poppins Light"/>
                <a:ea typeface="Poppins Light"/>
                <a:cs typeface="Poppins Light"/>
                <a:sym typeface="Poppins Light"/>
              </a:rPr>
              <a:t>Lorem ipsum dolor sit amet, consectetur adipiscing elit, sed do eiusmod tempor incididunt ut labore</a:t>
            </a:r>
            <a:endParaRPr sz="1100">
              <a:solidFill>
                <a:schemeClr val="lt1"/>
              </a:solidFill>
              <a:latin typeface="Poppins Light"/>
              <a:ea typeface="Poppins Light"/>
              <a:cs typeface="Poppins Light"/>
              <a:sym typeface="Poppins Light"/>
            </a:endParaRPr>
          </a:p>
        </p:txBody>
      </p:sp>
      <p:sp>
        <p:nvSpPr>
          <p:cNvPr id="389" name="Google Shape;389;p48"/>
          <p:cNvSpPr/>
          <p:nvPr/>
        </p:nvSpPr>
        <p:spPr>
          <a:xfrm>
            <a:off x="1219201" y="1590582"/>
            <a:ext cx="2352675" cy="685800"/>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 sz="1800">
                <a:solidFill>
                  <a:schemeClr val="lt1"/>
                </a:solidFill>
                <a:latin typeface="Poppins SemiBold"/>
                <a:ea typeface="Poppins SemiBold"/>
                <a:cs typeface="Poppins SemiBold"/>
                <a:sym typeface="Poppins SemiBold"/>
              </a:rPr>
              <a:t>12,000</a:t>
            </a:r>
            <a:endParaRPr sz="1800">
              <a:solidFill>
                <a:schemeClr val="lt1"/>
              </a:solidFill>
              <a:latin typeface="Poppins SemiBold"/>
              <a:ea typeface="Poppins SemiBold"/>
              <a:cs typeface="Poppins SemiBold"/>
              <a:sym typeface="Poppins SemiBold"/>
            </a:endParaRPr>
          </a:p>
        </p:txBody>
      </p:sp>
      <p:sp>
        <p:nvSpPr>
          <p:cNvPr id="390" name="Google Shape;390;p48"/>
          <p:cNvSpPr txBox="1"/>
          <p:nvPr/>
        </p:nvSpPr>
        <p:spPr>
          <a:xfrm>
            <a:off x="3848100" y="2562623"/>
            <a:ext cx="4076701"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500">
                <a:solidFill>
                  <a:schemeClr val="lt1"/>
                </a:solidFill>
                <a:latin typeface="Poppins SemiBold"/>
                <a:ea typeface="Poppins SemiBold"/>
                <a:cs typeface="Poppins SemiBold"/>
                <a:sym typeface="Poppins SemiBold"/>
              </a:rPr>
              <a:t>Serviceable available market</a:t>
            </a:r>
            <a:endParaRPr sz="1100"/>
          </a:p>
        </p:txBody>
      </p:sp>
      <p:sp>
        <p:nvSpPr>
          <p:cNvPr id="391" name="Google Shape;391;p48"/>
          <p:cNvSpPr txBox="1"/>
          <p:nvPr/>
        </p:nvSpPr>
        <p:spPr>
          <a:xfrm>
            <a:off x="3848100" y="2907413"/>
            <a:ext cx="4076701"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100">
                <a:solidFill>
                  <a:schemeClr val="lt1"/>
                </a:solidFill>
                <a:latin typeface="Poppins Light"/>
                <a:ea typeface="Poppins Light"/>
                <a:cs typeface="Poppins Light"/>
                <a:sym typeface="Poppins Light"/>
              </a:rPr>
              <a:t>Lorem ipsum dolor sit amet, consectetur adipiscing elit, sed do eiusmod tempor incididunt ut labore</a:t>
            </a:r>
            <a:endParaRPr sz="1100">
              <a:solidFill>
                <a:schemeClr val="lt1"/>
              </a:solidFill>
              <a:latin typeface="Poppins Light"/>
              <a:ea typeface="Poppins Light"/>
              <a:cs typeface="Poppins Light"/>
              <a:sym typeface="Poppins Light"/>
            </a:endParaRPr>
          </a:p>
        </p:txBody>
      </p:sp>
      <p:sp>
        <p:nvSpPr>
          <p:cNvPr id="392" name="Google Shape;392;p48"/>
          <p:cNvSpPr/>
          <p:nvPr/>
        </p:nvSpPr>
        <p:spPr>
          <a:xfrm>
            <a:off x="1219201" y="2588326"/>
            <a:ext cx="2352675" cy="685800"/>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 sz="1800">
                <a:solidFill>
                  <a:schemeClr val="lt1"/>
                </a:solidFill>
                <a:latin typeface="Poppins SemiBold"/>
                <a:ea typeface="Poppins SemiBold"/>
                <a:cs typeface="Poppins SemiBold"/>
                <a:sym typeface="Poppins SemiBold"/>
              </a:rPr>
              <a:t>24,000</a:t>
            </a:r>
            <a:endParaRPr sz="1800">
              <a:solidFill>
                <a:schemeClr val="lt1"/>
              </a:solidFill>
              <a:latin typeface="Poppins SemiBold"/>
              <a:ea typeface="Poppins SemiBold"/>
              <a:cs typeface="Poppins SemiBold"/>
              <a:sym typeface="Poppins SemiBold"/>
            </a:endParaRPr>
          </a:p>
        </p:txBody>
      </p:sp>
      <p:sp>
        <p:nvSpPr>
          <p:cNvPr id="393" name="Google Shape;393;p48"/>
          <p:cNvSpPr txBox="1"/>
          <p:nvPr/>
        </p:nvSpPr>
        <p:spPr>
          <a:xfrm>
            <a:off x="3848100" y="3560367"/>
            <a:ext cx="4076701" cy="300082"/>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500">
                <a:solidFill>
                  <a:schemeClr val="lt1"/>
                </a:solidFill>
                <a:latin typeface="Poppins SemiBold"/>
                <a:ea typeface="Poppins SemiBold"/>
                <a:cs typeface="Poppins SemiBold"/>
                <a:sym typeface="Poppins SemiBold"/>
              </a:rPr>
              <a:t>Total available market</a:t>
            </a:r>
            <a:endParaRPr sz="1100"/>
          </a:p>
        </p:txBody>
      </p:sp>
      <p:sp>
        <p:nvSpPr>
          <p:cNvPr id="394" name="Google Shape;394;p48"/>
          <p:cNvSpPr txBox="1"/>
          <p:nvPr/>
        </p:nvSpPr>
        <p:spPr>
          <a:xfrm>
            <a:off x="3848100" y="3905157"/>
            <a:ext cx="4076701"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100">
                <a:solidFill>
                  <a:schemeClr val="lt1"/>
                </a:solidFill>
                <a:latin typeface="Poppins Light"/>
                <a:ea typeface="Poppins Light"/>
                <a:cs typeface="Poppins Light"/>
                <a:sym typeface="Poppins Light"/>
              </a:rPr>
              <a:t>Lorem ipsum dolor sit amet, consectetur adipiscing elit, sed do eiusmod tempor incididunt ut labore</a:t>
            </a:r>
            <a:endParaRPr sz="1100">
              <a:solidFill>
                <a:schemeClr val="lt1"/>
              </a:solidFill>
              <a:latin typeface="Poppins Light"/>
              <a:ea typeface="Poppins Light"/>
              <a:cs typeface="Poppins Light"/>
              <a:sym typeface="Poppins Light"/>
            </a:endParaRPr>
          </a:p>
        </p:txBody>
      </p:sp>
      <p:sp>
        <p:nvSpPr>
          <p:cNvPr id="395" name="Google Shape;395;p48"/>
          <p:cNvSpPr/>
          <p:nvPr/>
        </p:nvSpPr>
        <p:spPr>
          <a:xfrm>
            <a:off x="1219201" y="3586070"/>
            <a:ext cx="2352675" cy="685800"/>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 sz="1800">
                <a:solidFill>
                  <a:schemeClr val="lt1"/>
                </a:solidFill>
                <a:latin typeface="Poppins SemiBold"/>
                <a:ea typeface="Poppins SemiBold"/>
                <a:cs typeface="Poppins SemiBold"/>
                <a:sym typeface="Poppins SemiBold"/>
              </a:rPr>
              <a:t>36,000</a:t>
            </a:r>
            <a:endParaRPr sz="1800">
              <a:solidFill>
                <a:schemeClr val="lt1"/>
              </a:solidFill>
              <a:latin typeface="Poppins SemiBold"/>
              <a:ea typeface="Poppins SemiBold"/>
              <a:cs typeface="Poppins SemiBold"/>
              <a:sym typeface="Poppins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cxnSp>
        <p:nvCxnSpPr>
          <p:cNvPr id="400" name="Google Shape;400;p49"/>
          <p:cNvCxnSpPr>
            <a:stCxn id="401" idx="6"/>
            <a:endCxn id="402" idx="2"/>
          </p:cNvCxnSpPr>
          <p:nvPr/>
        </p:nvCxnSpPr>
        <p:spPr>
          <a:xfrm>
            <a:off x="2119924" y="2437100"/>
            <a:ext cx="4842900" cy="0"/>
          </a:xfrm>
          <a:prstGeom prst="straightConnector1">
            <a:avLst/>
          </a:prstGeom>
          <a:noFill/>
          <a:ln cap="flat" cmpd="sng" w="12700">
            <a:solidFill>
              <a:schemeClr val="lt1"/>
            </a:solidFill>
            <a:prstDash val="solid"/>
            <a:round/>
            <a:headEnd len="sm" w="sm" type="none"/>
            <a:tailEnd len="sm" w="sm" type="none"/>
          </a:ln>
        </p:spPr>
      </p:cxnSp>
      <p:sp>
        <p:nvSpPr>
          <p:cNvPr id="401" name="Google Shape;401;p49"/>
          <p:cNvSpPr/>
          <p:nvPr/>
        </p:nvSpPr>
        <p:spPr>
          <a:xfrm>
            <a:off x="838200" y="1796238"/>
            <a:ext cx="1281725" cy="1281724"/>
          </a:xfrm>
          <a:prstGeom prst="ellipse">
            <a:avLst/>
          </a:prstGeom>
          <a:no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 sz="1500">
                <a:solidFill>
                  <a:schemeClr val="lt1"/>
                </a:solidFill>
                <a:latin typeface="Poppins SemiBold"/>
                <a:ea typeface="Poppins SemiBold"/>
                <a:cs typeface="Poppins SemiBold"/>
                <a:sym typeface="Poppins SemiBold"/>
              </a:rPr>
              <a:t>Lorem ipsum</a:t>
            </a:r>
            <a:endParaRPr sz="1500">
              <a:solidFill>
                <a:schemeClr val="lt1"/>
              </a:solidFill>
              <a:latin typeface="Poppins SemiBold"/>
              <a:ea typeface="Poppins SemiBold"/>
              <a:cs typeface="Poppins SemiBold"/>
              <a:sym typeface="Poppins SemiBold"/>
            </a:endParaRPr>
          </a:p>
        </p:txBody>
      </p:sp>
      <p:sp>
        <p:nvSpPr>
          <p:cNvPr id="403" name="Google Shape;403;p49"/>
          <p:cNvSpPr/>
          <p:nvPr/>
        </p:nvSpPr>
        <p:spPr>
          <a:xfrm>
            <a:off x="2621942" y="1640304"/>
            <a:ext cx="1593594" cy="1593593"/>
          </a:xfrm>
          <a:prstGeom prst="ellipse">
            <a:avLst/>
          </a:prstGeom>
          <a:solidFill>
            <a:srgbClr val="2956D3"/>
          </a:solidFill>
          <a:ln cap="flat" cmpd="sng" w="12700">
            <a:solidFill>
              <a:schemeClr val="lt1"/>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 sz="1500">
                <a:solidFill>
                  <a:schemeClr val="lt1"/>
                </a:solidFill>
                <a:latin typeface="Poppins SemiBold"/>
                <a:ea typeface="Poppins SemiBold"/>
                <a:cs typeface="Poppins SemiBold"/>
                <a:sym typeface="Poppins SemiBold"/>
              </a:rPr>
              <a:t>Lorem ipsum</a:t>
            </a:r>
            <a:endParaRPr sz="1500">
              <a:solidFill>
                <a:schemeClr val="lt1"/>
              </a:solidFill>
              <a:latin typeface="Poppins SemiBold"/>
              <a:ea typeface="Poppins SemiBold"/>
              <a:cs typeface="Poppins SemiBold"/>
              <a:sym typeface="Poppins SemiBold"/>
            </a:endParaRPr>
          </a:p>
        </p:txBody>
      </p:sp>
      <p:sp>
        <p:nvSpPr>
          <p:cNvPr id="404" name="Google Shape;404;p49"/>
          <p:cNvSpPr/>
          <p:nvPr/>
        </p:nvSpPr>
        <p:spPr>
          <a:xfrm>
            <a:off x="4792327" y="1640304"/>
            <a:ext cx="1593594" cy="1593593"/>
          </a:xfrm>
          <a:prstGeom prst="ellipse">
            <a:avLst/>
          </a:prstGeom>
          <a:solidFill>
            <a:srgbClr val="2956D3"/>
          </a:solidFill>
          <a:ln cap="flat" cmpd="sng" w="12700">
            <a:solidFill>
              <a:schemeClr val="lt1"/>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 sz="1500">
                <a:solidFill>
                  <a:schemeClr val="lt1"/>
                </a:solidFill>
                <a:latin typeface="Poppins SemiBold"/>
                <a:ea typeface="Poppins SemiBold"/>
                <a:cs typeface="Poppins SemiBold"/>
                <a:sym typeface="Poppins SemiBold"/>
              </a:rPr>
              <a:t>Lorem ipsum</a:t>
            </a:r>
            <a:endParaRPr sz="1500">
              <a:solidFill>
                <a:schemeClr val="lt1"/>
              </a:solidFill>
              <a:latin typeface="Poppins SemiBold"/>
              <a:ea typeface="Poppins SemiBold"/>
              <a:cs typeface="Poppins SemiBold"/>
              <a:sym typeface="Poppins SemiBold"/>
            </a:endParaRPr>
          </a:p>
        </p:txBody>
      </p:sp>
      <p:sp>
        <p:nvSpPr>
          <p:cNvPr id="402" name="Google Shape;402;p49"/>
          <p:cNvSpPr/>
          <p:nvPr/>
        </p:nvSpPr>
        <p:spPr>
          <a:xfrm>
            <a:off x="6962713" y="1640304"/>
            <a:ext cx="1593594" cy="1593593"/>
          </a:xfrm>
          <a:prstGeom prst="ellipse">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3000">
              <a:solidFill>
                <a:schemeClr val="lt1"/>
              </a:solidFill>
              <a:latin typeface="Poppins SemiBold"/>
              <a:ea typeface="Poppins SemiBold"/>
              <a:cs typeface="Poppins SemiBold"/>
              <a:sym typeface="Poppins SemiBold"/>
            </a:endParaRPr>
          </a:p>
        </p:txBody>
      </p:sp>
      <p:sp>
        <p:nvSpPr>
          <p:cNvPr id="405" name="Google Shape;405;p49"/>
          <p:cNvSpPr/>
          <p:nvPr/>
        </p:nvSpPr>
        <p:spPr>
          <a:xfrm>
            <a:off x="7118648" y="1796238"/>
            <a:ext cx="1281724" cy="1281724"/>
          </a:xfrm>
          <a:prstGeom prst="ellipse">
            <a:avLst/>
          </a:prstGeom>
          <a:noFill/>
          <a:ln cap="flat" cmpd="sng" w="1270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ko" sz="1500">
                <a:solidFill>
                  <a:schemeClr val="lt1"/>
                </a:solidFill>
                <a:latin typeface="Poppins SemiBold"/>
                <a:ea typeface="Poppins SemiBold"/>
                <a:cs typeface="Poppins SemiBold"/>
                <a:sym typeface="Poppins SemiBold"/>
              </a:rPr>
              <a:t>Lorem ipsum</a:t>
            </a:r>
            <a:endParaRPr sz="1500">
              <a:solidFill>
                <a:schemeClr val="lt1"/>
              </a:solidFill>
              <a:latin typeface="Poppins SemiBold"/>
              <a:ea typeface="Poppins SemiBold"/>
              <a:cs typeface="Poppins SemiBold"/>
              <a:sym typeface="Poppins SemiBold"/>
            </a:endParaRPr>
          </a:p>
        </p:txBody>
      </p:sp>
      <p:sp>
        <p:nvSpPr>
          <p:cNvPr id="406" name="Google Shape;406;p49"/>
          <p:cNvSpPr txBox="1"/>
          <p:nvPr/>
        </p:nvSpPr>
        <p:spPr>
          <a:xfrm>
            <a:off x="2621942" y="3511319"/>
            <a:ext cx="1593600" cy="992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000">
                <a:solidFill>
                  <a:schemeClr val="lt1"/>
                </a:solidFill>
                <a:latin typeface="Poppins Light"/>
                <a:ea typeface="Poppins Light"/>
                <a:cs typeface="Poppins Light"/>
                <a:sym typeface="Poppins Light"/>
              </a:rPr>
              <a:t>Lorem ipsum dolor sit amet, consectetur adipisicing elit, sed do eiusmod tempor incididunt ut labore et dolore</a:t>
            </a:r>
            <a:endParaRPr sz="1000">
              <a:solidFill>
                <a:schemeClr val="lt1"/>
              </a:solidFill>
              <a:latin typeface="Poppins Light"/>
              <a:ea typeface="Poppins Light"/>
              <a:cs typeface="Poppins Light"/>
              <a:sym typeface="Poppins Light"/>
            </a:endParaRPr>
          </a:p>
        </p:txBody>
      </p:sp>
      <p:sp>
        <p:nvSpPr>
          <p:cNvPr id="407" name="Google Shape;407;p49"/>
          <p:cNvSpPr txBox="1"/>
          <p:nvPr/>
        </p:nvSpPr>
        <p:spPr>
          <a:xfrm>
            <a:off x="4792328" y="3511319"/>
            <a:ext cx="1593600" cy="992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ko" sz="1000">
                <a:solidFill>
                  <a:schemeClr val="lt1"/>
                </a:solidFill>
                <a:latin typeface="Poppins Light"/>
                <a:ea typeface="Poppins Light"/>
                <a:cs typeface="Poppins Light"/>
                <a:sym typeface="Poppins Light"/>
              </a:rPr>
              <a:t>Lorem ipsum dolor sit amet, consectetur adipisicing elit, sed do eiusmod tempor incididunt ut labore et dolore</a:t>
            </a:r>
            <a:endParaRPr sz="1000">
              <a:solidFill>
                <a:schemeClr val="lt1"/>
              </a:solidFill>
              <a:latin typeface="Poppins Light"/>
              <a:ea typeface="Poppins Light"/>
              <a:cs typeface="Poppins Light"/>
              <a:sym typeface="Poppins Light"/>
            </a:endParaRPr>
          </a:p>
        </p:txBody>
      </p:sp>
      <p:sp>
        <p:nvSpPr>
          <p:cNvPr id="408" name="Google Shape;408;p49"/>
          <p:cNvSpPr/>
          <p:nvPr/>
        </p:nvSpPr>
        <p:spPr>
          <a:xfrm>
            <a:off x="2249132" y="625895"/>
            <a:ext cx="4645736" cy="486891"/>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lang="ko" sz="1800">
                <a:solidFill>
                  <a:schemeClr val="lt1"/>
                </a:solidFill>
                <a:latin typeface="Poppins SemiBold"/>
                <a:ea typeface="Poppins SemiBold"/>
                <a:cs typeface="Poppins SemiBold"/>
                <a:sym typeface="Poppins SemiBold"/>
              </a:rPr>
              <a:t>Insert Your Title Here</a:t>
            </a:r>
            <a:endParaRPr b="0" sz="1800">
              <a:solidFill>
                <a:schemeClr val="lt1"/>
              </a:solidFill>
              <a:latin typeface="Poppins SemiBold"/>
              <a:ea typeface="Poppins SemiBold"/>
              <a:cs typeface="Poppins SemiBold"/>
              <a:sym typeface="Poppins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0"/>
          <p:cNvSpPr txBox="1"/>
          <p:nvPr/>
        </p:nvSpPr>
        <p:spPr>
          <a:xfrm>
            <a:off x="2002817" y="1903502"/>
            <a:ext cx="2362562" cy="55399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100">
                <a:solidFill>
                  <a:schemeClr val="lt1"/>
                </a:solidFill>
                <a:latin typeface="Poppins Light"/>
                <a:ea typeface="Poppins Light"/>
                <a:cs typeface="Poppins Light"/>
                <a:sym typeface="Poppins Light"/>
              </a:rPr>
              <a:t>Lorem ipsum dolor sit amet, consectetur adipisicing elit, sed do eiusmod tempor</a:t>
            </a:r>
            <a:endParaRPr sz="1100">
              <a:solidFill>
                <a:schemeClr val="lt1"/>
              </a:solidFill>
              <a:latin typeface="Poppins Light"/>
              <a:ea typeface="Poppins Light"/>
              <a:cs typeface="Poppins Light"/>
              <a:sym typeface="Poppins Light"/>
            </a:endParaRPr>
          </a:p>
        </p:txBody>
      </p:sp>
      <p:sp>
        <p:nvSpPr>
          <p:cNvPr id="414" name="Google Shape;414;p50"/>
          <p:cNvSpPr/>
          <p:nvPr/>
        </p:nvSpPr>
        <p:spPr>
          <a:xfrm>
            <a:off x="2001802" y="1611481"/>
            <a:ext cx="2357444" cy="30008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sz="1500">
                <a:solidFill>
                  <a:schemeClr val="lt1"/>
                </a:solidFill>
                <a:latin typeface="Poppins SemiBold"/>
                <a:ea typeface="Poppins SemiBold"/>
                <a:cs typeface="Poppins SemiBold"/>
                <a:sym typeface="Poppins SemiBold"/>
              </a:rPr>
              <a:t>Goal 01.</a:t>
            </a:r>
            <a:endParaRPr sz="1500">
              <a:solidFill>
                <a:schemeClr val="lt1"/>
              </a:solidFill>
              <a:latin typeface="Poppins SemiBold"/>
              <a:ea typeface="Poppins SemiBold"/>
              <a:cs typeface="Poppins SemiBold"/>
              <a:sym typeface="Poppins SemiBold"/>
            </a:endParaRPr>
          </a:p>
        </p:txBody>
      </p:sp>
      <p:sp>
        <p:nvSpPr>
          <p:cNvPr id="415" name="Google Shape;415;p50"/>
          <p:cNvSpPr txBox="1"/>
          <p:nvPr/>
        </p:nvSpPr>
        <p:spPr>
          <a:xfrm>
            <a:off x="4779636" y="1903502"/>
            <a:ext cx="2362562" cy="55399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100">
                <a:solidFill>
                  <a:schemeClr val="lt1"/>
                </a:solidFill>
                <a:latin typeface="Poppins Light"/>
                <a:ea typeface="Poppins Light"/>
                <a:cs typeface="Poppins Light"/>
                <a:sym typeface="Poppins Light"/>
              </a:rPr>
              <a:t>Lorem ipsum dolor sit amet, consectetur adipisicing elit, sed do eiusmod tempor</a:t>
            </a:r>
            <a:endParaRPr sz="1100">
              <a:solidFill>
                <a:schemeClr val="lt1"/>
              </a:solidFill>
              <a:latin typeface="Poppins Light"/>
              <a:ea typeface="Poppins Light"/>
              <a:cs typeface="Poppins Light"/>
              <a:sym typeface="Poppins Light"/>
            </a:endParaRPr>
          </a:p>
        </p:txBody>
      </p:sp>
      <p:sp>
        <p:nvSpPr>
          <p:cNvPr id="416" name="Google Shape;416;p50"/>
          <p:cNvSpPr/>
          <p:nvPr/>
        </p:nvSpPr>
        <p:spPr>
          <a:xfrm>
            <a:off x="4778621" y="1611481"/>
            <a:ext cx="2357443" cy="30008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sz="1500">
                <a:solidFill>
                  <a:schemeClr val="lt1"/>
                </a:solidFill>
                <a:latin typeface="Poppins SemiBold"/>
                <a:ea typeface="Poppins SemiBold"/>
                <a:cs typeface="Poppins SemiBold"/>
                <a:sym typeface="Poppins SemiBold"/>
              </a:rPr>
              <a:t>Goal 03.</a:t>
            </a:r>
            <a:endParaRPr sz="1500">
              <a:solidFill>
                <a:schemeClr val="lt1"/>
              </a:solidFill>
              <a:latin typeface="Poppins SemiBold"/>
              <a:ea typeface="Poppins SemiBold"/>
              <a:cs typeface="Poppins SemiBold"/>
              <a:sym typeface="Poppins SemiBold"/>
            </a:endParaRPr>
          </a:p>
        </p:txBody>
      </p:sp>
      <p:sp>
        <p:nvSpPr>
          <p:cNvPr id="417" name="Google Shape;417;p50"/>
          <p:cNvSpPr txBox="1"/>
          <p:nvPr/>
        </p:nvSpPr>
        <p:spPr>
          <a:xfrm>
            <a:off x="2002817" y="2978021"/>
            <a:ext cx="2362562" cy="55399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100">
                <a:solidFill>
                  <a:schemeClr val="lt1"/>
                </a:solidFill>
                <a:latin typeface="Poppins Light"/>
                <a:ea typeface="Poppins Light"/>
                <a:cs typeface="Poppins Light"/>
                <a:sym typeface="Poppins Light"/>
              </a:rPr>
              <a:t>Lorem ipsum dolor sit amet, consectetur adipisicing elit, sed do eiusmod tempor</a:t>
            </a:r>
            <a:endParaRPr sz="1100">
              <a:solidFill>
                <a:schemeClr val="lt1"/>
              </a:solidFill>
              <a:latin typeface="Poppins Light"/>
              <a:ea typeface="Poppins Light"/>
              <a:cs typeface="Poppins Light"/>
              <a:sym typeface="Poppins Light"/>
            </a:endParaRPr>
          </a:p>
        </p:txBody>
      </p:sp>
      <p:sp>
        <p:nvSpPr>
          <p:cNvPr id="418" name="Google Shape;418;p50"/>
          <p:cNvSpPr/>
          <p:nvPr/>
        </p:nvSpPr>
        <p:spPr>
          <a:xfrm>
            <a:off x="2001802" y="2686000"/>
            <a:ext cx="2357444" cy="30008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sz="1500">
                <a:solidFill>
                  <a:schemeClr val="lt1"/>
                </a:solidFill>
                <a:latin typeface="Poppins SemiBold"/>
                <a:ea typeface="Poppins SemiBold"/>
                <a:cs typeface="Poppins SemiBold"/>
                <a:sym typeface="Poppins SemiBold"/>
              </a:rPr>
              <a:t>Goal 02.</a:t>
            </a:r>
            <a:endParaRPr sz="1500">
              <a:solidFill>
                <a:schemeClr val="lt1"/>
              </a:solidFill>
              <a:latin typeface="Poppins SemiBold"/>
              <a:ea typeface="Poppins SemiBold"/>
              <a:cs typeface="Poppins SemiBold"/>
              <a:sym typeface="Poppins SemiBold"/>
            </a:endParaRPr>
          </a:p>
        </p:txBody>
      </p:sp>
      <p:sp>
        <p:nvSpPr>
          <p:cNvPr id="419" name="Google Shape;419;p50"/>
          <p:cNvSpPr txBox="1"/>
          <p:nvPr/>
        </p:nvSpPr>
        <p:spPr>
          <a:xfrm>
            <a:off x="4779636" y="2978021"/>
            <a:ext cx="2362562" cy="55399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100">
                <a:solidFill>
                  <a:schemeClr val="lt1"/>
                </a:solidFill>
                <a:latin typeface="Poppins Light"/>
                <a:ea typeface="Poppins Light"/>
                <a:cs typeface="Poppins Light"/>
                <a:sym typeface="Poppins Light"/>
              </a:rPr>
              <a:t>Lorem ipsum dolor sit amet, consectetur adipisicing elit, sed do eiusmod tempor</a:t>
            </a:r>
            <a:endParaRPr sz="1100">
              <a:solidFill>
                <a:schemeClr val="lt1"/>
              </a:solidFill>
              <a:latin typeface="Poppins Light"/>
              <a:ea typeface="Poppins Light"/>
              <a:cs typeface="Poppins Light"/>
              <a:sym typeface="Poppins Light"/>
            </a:endParaRPr>
          </a:p>
        </p:txBody>
      </p:sp>
      <p:sp>
        <p:nvSpPr>
          <p:cNvPr id="420" name="Google Shape;420;p50"/>
          <p:cNvSpPr/>
          <p:nvPr/>
        </p:nvSpPr>
        <p:spPr>
          <a:xfrm>
            <a:off x="4778621" y="2686000"/>
            <a:ext cx="2357443" cy="30008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ko" sz="1500">
                <a:solidFill>
                  <a:schemeClr val="lt1"/>
                </a:solidFill>
                <a:latin typeface="Poppins SemiBold"/>
                <a:ea typeface="Poppins SemiBold"/>
                <a:cs typeface="Poppins SemiBold"/>
                <a:sym typeface="Poppins SemiBold"/>
              </a:rPr>
              <a:t>Goal 04.</a:t>
            </a:r>
            <a:endParaRPr sz="1500">
              <a:solidFill>
                <a:schemeClr val="lt1"/>
              </a:solidFill>
              <a:latin typeface="Poppins SemiBold"/>
              <a:ea typeface="Poppins SemiBold"/>
              <a:cs typeface="Poppins SemiBold"/>
              <a:sym typeface="Poppins Semi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1"/>
          <p:cNvSpPr txBox="1"/>
          <p:nvPr/>
        </p:nvSpPr>
        <p:spPr>
          <a:xfrm>
            <a:off x="2749982" y="2635691"/>
            <a:ext cx="3644036" cy="530915"/>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ko" sz="3000">
                <a:solidFill>
                  <a:schemeClr val="lt1"/>
                </a:solidFill>
                <a:latin typeface="Poppins SemiBold"/>
                <a:ea typeface="Poppins SemiBold"/>
                <a:cs typeface="Poppins SemiBold"/>
                <a:sym typeface="Poppins SemiBold"/>
              </a:rPr>
              <a:t>Break Section</a:t>
            </a:r>
            <a:endParaRPr sz="3000">
              <a:solidFill>
                <a:schemeClr val="lt1"/>
              </a:solidFill>
              <a:latin typeface="Poppins SemiBold"/>
              <a:ea typeface="Poppins SemiBold"/>
              <a:cs typeface="Poppins SemiBold"/>
              <a:sym typeface="Poppins SemiBold"/>
            </a:endParaRPr>
          </a:p>
        </p:txBody>
      </p:sp>
      <p:sp>
        <p:nvSpPr>
          <p:cNvPr id="426" name="Google Shape;426;p51"/>
          <p:cNvSpPr txBox="1"/>
          <p:nvPr/>
        </p:nvSpPr>
        <p:spPr>
          <a:xfrm>
            <a:off x="2802390" y="3171049"/>
            <a:ext cx="3591629" cy="300082"/>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ko" sz="1500">
                <a:solidFill>
                  <a:schemeClr val="lt1"/>
                </a:solidFill>
                <a:latin typeface="Poppins Light"/>
                <a:ea typeface="Poppins Light"/>
                <a:cs typeface="Poppins Light"/>
                <a:sym typeface="Poppins Light"/>
              </a:rPr>
              <a:t>01:00pm ~ 01:30pm</a:t>
            </a:r>
            <a:endParaRPr sz="1500">
              <a:solidFill>
                <a:schemeClr val="lt1"/>
              </a:solidFill>
              <a:latin typeface="Poppins Light"/>
              <a:ea typeface="Poppins Light"/>
              <a:cs typeface="Poppins Light"/>
              <a:sym typeface="Poppins Light"/>
            </a:endParaRPr>
          </a:p>
        </p:txBody>
      </p:sp>
      <p:grpSp>
        <p:nvGrpSpPr>
          <p:cNvPr id="427" name="Google Shape;427;p51"/>
          <p:cNvGrpSpPr/>
          <p:nvPr/>
        </p:nvGrpSpPr>
        <p:grpSpPr>
          <a:xfrm>
            <a:off x="4174090" y="1666876"/>
            <a:ext cx="795821" cy="906350"/>
            <a:chOff x="6830083" y="5571172"/>
            <a:chExt cx="342900" cy="390525"/>
          </a:xfrm>
        </p:grpSpPr>
        <p:sp>
          <p:nvSpPr>
            <p:cNvPr id="428" name="Google Shape;428;p51"/>
            <p:cNvSpPr/>
            <p:nvPr/>
          </p:nvSpPr>
          <p:spPr>
            <a:xfrm>
              <a:off x="6830083" y="5571172"/>
              <a:ext cx="342900" cy="390525"/>
            </a:xfrm>
            <a:custGeom>
              <a:rect b="b" l="l" r="r" t="t"/>
              <a:pathLst>
                <a:path extrusionOk="0" h="390525" w="342900">
                  <a:moveTo>
                    <a:pt x="329375" y="318802"/>
                  </a:moveTo>
                  <a:lnTo>
                    <a:pt x="307181" y="318802"/>
                  </a:lnTo>
                  <a:cubicBezTo>
                    <a:pt x="328803" y="290131"/>
                    <a:pt x="340423" y="255460"/>
                    <a:pt x="340423" y="218885"/>
                  </a:cubicBezTo>
                  <a:cubicBezTo>
                    <a:pt x="340423" y="137065"/>
                    <a:pt x="281559" y="68771"/>
                    <a:pt x="204121" y="54388"/>
                  </a:cubicBezTo>
                  <a:cubicBezTo>
                    <a:pt x="206026" y="50197"/>
                    <a:pt x="207169" y="45434"/>
                    <a:pt x="207169" y="40481"/>
                  </a:cubicBezTo>
                  <a:cubicBezTo>
                    <a:pt x="207169" y="22098"/>
                    <a:pt x="192214" y="7144"/>
                    <a:pt x="173831" y="7144"/>
                  </a:cubicBezTo>
                  <a:cubicBezTo>
                    <a:pt x="155448" y="7144"/>
                    <a:pt x="140494" y="22098"/>
                    <a:pt x="140494" y="40481"/>
                  </a:cubicBezTo>
                  <a:cubicBezTo>
                    <a:pt x="140494" y="45434"/>
                    <a:pt x="141637" y="50102"/>
                    <a:pt x="143542" y="54388"/>
                  </a:cubicBezTo>
                  <a:cubicBezTo>
                    <a:pt x="66104" y="68771"/>
                    <a:pt x="7239" y="137065"/>
                    <a:pt x="7239" y="218885"/>
                  </a:cubicBezTo>
                  <a:cubicBezTo>
                    <a:pt x="7239" y="255460"/>
                    <a:pt x="18955" y="290131"/>
                    <a:pt x="40481" y="318802"/>
                  </a:cubicBezTo>
                  <a:lnTo>
                    <a:pt x="18288" y="318802"/>
                  </a:lnTo>
                  <a:cubicBezTo>
                    <a:pt x="12192" y="318802"/>
                    <a:pt x="7144" y="323755"/>
                    <a:pt x="7144" y="329946"/>
                  </a:cubicBezTo>
                  <a:cubicBezTo>
                    <a:pt x="7144" y="344805"/>
                    <a:pt x="12859" y="358807"/>
                    <a:pt x="23336" y="369475"/>
                  </a:cubicBezTo>
                  <a:cubicBezTo>
                    <a:pt x="33909" y="380238"/>
                    <a:pt x="47815" y="386239"/>
                    <a:pt x="62675" y="386239"/>
                  </a:cubicBezTo>
                  <a:lnTo>
                    <a:pt x="284702" y="386239"/>
                  </a:lnTo>
                  <a:cubicBezTo>
                    <a:pt x="299561" y="386239"/>
                    <a:pt x="313468" y="380333"/>
                    <a:pt x="324040" y="369475"/>
                  </a:cubicBezTo>
                  <a:cubicBezTo>
                    <a:pt x="334423" y="358807"/>
                    <a:pt x="340233" y="344805"/>
                    <a:pt x="340233" y="329946"/>
                  </a:cubicBezTo>
                  <a:cubicBezTo>
                    <a:pt x="340423" y="323755"/>
                    <a:pt x="335470" y="318802"/>
                    <a:pt x="329375" y="318802"/>
                  </a:cubicBezTo>
                  <a:close/>
                  <a:moveTo>
                    <a:pt x="162782" y="40481"/>
                  </a:moveTo>
                  <a:cubicBezTo>
                    <a:pt x="162782" y="34385"/>
                    <a:pt x="167735" y="29337"/>
                    <a:pt x="173927" y="29337"/>
                  </a:cubicBezTo>
                  <a:cubicBezTo>
                    <a:pt x="180022" y="29337"/>
                    <a:pt x="185071" y="34290"/>
                    <a:pt x="185071" y="40481"/>
                  </a:cubicBezTo>
                  <a:cubicBezTo>
                    <a:pt x="185071" y="46577"/>
                    <a:pt x="180118" y="51626"/>
                    <a:pt x="173927" y="51626"/>
                  </a:cubicBezTo>
                  <a:cubicBezTo>
                    <a:pt x="167830" y="51626"/>
                    <a:pt x="162782" y="46577"/>
                    <a:pt x="162782" y="40481"/>
                  </a:cubicBezTo>
                  <a:close/>
                  <a:moveTo>
                    <a:pt x="29623" y="218885"/>
                  </a:moveTo>
                  <a:cubicBezTo>
                    <a:pt x="29623" y="138875"/>
                    <a:pt x="94392" y="73819"/>
                    <a:pt x="173927" y="73819"/>
                  </a:cubicBezTo>
                  <a:cubicBezTo>
                    <a:pt x="253460" y="73819"/>
                    <a:pt x="318230" y="138875"/>
                    <a:pt x="318230" y="218885"/>
                  </a:cubicBezTo>
                  <a:cubicBezTo>
                    <a:pt x="318230" y="256508"/>
                    <a:pt x="303943" y="291846"/>
                    <a:pt x="278035" y="318802"/>
                  </a:cubicBezTo>
                  <a:lnTo>
                    <a:pt x="244030" y="318802"/>
                  </a:lnTo>
                  <a:cubicBezTo>
                    <a:pt x="276510" y="295942"/>
                    <a:pt x="296037" y="258985"/>
                    <a:pt x="296037" y="218885"/>
                  </a:cubicBezTo>
                  <a:cubicBezTo>
                    <a:pt x="296037" y="151543"/>
                    <a:pt x="241268" y="96774"/>
                    <a:pt x="173927" y="96774"/>
                  </a:cubicBezTo>
                  <a:cubicBezTo>
                    <a:pt x="106585" y="96774"/>
                    <a:pt x="51816" y="151543"/>
                    <a:pt x="51816" y="218885"/>
                  </a:cubicBezTo>
                  <a:cubicBezTo>
                    <a:pt x="51816" y="258890"/>
                    <a:pt x="71342" y="295942"/>
                    <a:pt x="103822" y="318802"/>
                  </a:cubicBezTo>
                  <a:lnTo>
                    <a:pt x="69818" y="318802"/>
                  </a:lnTo>
                  <a:cubicBezTo>
                    <a:pt x="43815" y="291751"/>
                    <a:pt x="29623" y="256508"/>
                    <a:pt x="29623" y="218885"/>
                  </a:cubicBezTo>
                  <a:close/>
                  <a:moveTo>
                    <a:pt x="119348" y="273844"/>
                  </a:moveTo>
                  <a:cubicBezTo>
                    <a:pt x="114967" y="269558"/>
                    <a:pt x="108013" y="269558"/>
                    <a:pt x="103632" y="273844"/>
                  </a:cubicBezTo>
                  <a:lnTo>
                    <a:pt x="96298" y="281178"/>
                  </a:lnTo>
                  <a:cubicBezTo>
                    <a:pt x="84772" y="266795"/>
                    <a:pt x="77152" y="249174"/>
                    <a:pt x="75057" y="229933"/>
                  </a:cubicBezTo>
                  <a:lnTo>
                    <a:pt x="85249" y="229933"/>
                  </a:lnTo>
                  <a:cubicBezTo>
                    <a:pt x="90964" y="229933"/>
                    <a:pt x="95917" y="225742"/>
                    <a:pt x="96584" y="220123"/>
                  </a:cubicBezTo>
                  <a:cubicBezTo>
                    <a:pt x="97345" y="213455"/>
                    <a:pt x="92107" y="207741"/>
                    <a:pt x="85534" y="207741"/>
                  </a:cubicBezTo>
                  <a:lnTo>
                    <a:pt x="75057" y="207741"/>
                  </a:lnTo>
                  <a:cubicBezTo>
                    <a:pt x="77152" y="188500"/>
                    <a:pt x="84772" y="170879"/>
                    <a:pt x="96298" y="156496"/>
                  </a:cubicBezTo>
                  <a:lnTo>
                    <a:pt x="103632" y="163830"/>
                  </a:lnTo>
                  <a:cubicBezTo>
                    <a:pt x="108013" y="168116"/>
                    <a:pt x="114967" y="168212"/>
                    <a:pt x="119348" y="163830"/>
                  </a:cubicBezTo>
                  <a:cubicBezTo>
                    <a:pt x="123730" y="159449"/>
                    <a:pt x="123634" y="152495"/>
                    <a:pt x="119348" y="148114"/>
                  </a:cubicBezTo>
                  <a:lnTo>
                    <a:pt x="112014" y="140779"/>
                  </a:lnTo>
                  <a:cubicBezTo>
                    <a:pt x="126396" y="129254"/>
                    <a:pt x="144018" y="121634"/>
                    <a:pt x="163259" y="119539"/>
                  </a:cubicBezTo>
                  <a:lnTo>
                    <a:pt x="163259" y="129730"/>
                  </a:lnTo>
                  <a:cubicBezTo>
                    <a:pt x="163259" y="135446"/>
                    <a:pt x="167450" y="140399"/>
                    <a:pt x="173069" y="141065"/>
                  </a:cubicBezTo>
                  <a:cubicBezTo>
                    <a:pt x="179737" y="141827"/>
                    <a:pt x="185451" y="136588"/>
                    <a:pt x="185451" y="130016"/>
                  </a:cubicBezTo>
                  <a:lnTo>
                    <a:pt x="185451" y="119539"/>
                  </a:lnTo>
                  <a:cubicBezTo>
                    <a:pt x="204692" y="121634"/>
                    <a:pt x="222313" y="129254"/>
                    <a:pt x="236696" y="140779"/>
                  </a:cubicBezTo>
                  <a:lnTo>
                    <a:pt x="229362" y="148114"/>
                  </a:lnTo>
                  <a:cubicBezTo>
                    <a:pt x="225076" y="152495"/>
                    <a:pt x="224980" y="159449"/>
                    <a:pt x="229362" y="163830"/>
                  </a:cubicBezTo>
                  <a:cubicBezTo>
                    <a:pt x="233743" y="168116"/>
                    <a:pt x="240696" y="168116"/>
                    <a:pt x="245078" y="163830"/>
                  </a:cubicBezTo>
                  <a:lnTo>
                    <a:pt x="252413" y="156496"/>
                  </a:lnTo>
                  <a:cubicBezTo>
                    <a:pt x="263937" y="170879"/>
                    <a:pt x="271558" y="188500"/>
                    <a:pt x="273653" y="207741"/>
                  </a:cubicBezTo>
                  <a:lnTo>
                    <a:pt x="263461" y="207741"/>
                  </a:lnTo>
                  <a:cubicBezTo>
                    <a:pt x="257746" y="207741"/>
                    <a:pt x="252793" y="211932"/>
                    <a:pt x="252126" y="217551"/>
                  </a:cubicBezTo>
                  <a:cubicBezTo>
                    <a:pt x="251365" y="224219"/>
                    <a:pt x="256604" y="229933"/>
                    <a:pt x="263176" y="229933"/>
                  </a:cubicBezTo>
                  <a:lnTo>
                    <a:pt x="273653" y="229933"/>
                  </a:lnTo>
                  <a:cubicBezTo>
                    <a:pt x="271558" y="249174"/>
                    <a:pt x="263937" y="266795"/>
                    <a:pt x="252413" y="281178"/>
                  </a:cubicBezTo>
                  <a:lnTo>
                    <a:pt x="245078" y="273844"/>
                  </a:lnTo>
                  <a:cubicBezTo>
                    <a:pt x="240696" y="269558"/>
                    <a:pt x="233743" y="269558"/>
                    <a:pt x="229362" y="273844"/>
                  </a:cubicBezTo>
                  <a:cubicBezTo>
                    <a:pt x="224980" y="278225"/>
                    <a:pt x="225076" y="285179"/>
                    <a:pt x="229362" y="289560"/>
                  </a:cubicBezTo>
                  <a:lnTo>
                    <a:pt x="236696" y="296894"/>
                  </a:lnTo>
                  <a:cubicBezTo>
                    <a:pt x="222313" y="308420"/>
                    <a:pt x="204692" y="316040"/>
                    <a:pt x="185451" y="318135"/>
                  </a:cubicBezTo>
                  <a:lnTo>
                    <a:pt x="185451" y="307943"/>
                  </a:lnTo>
                  <a:cubicBezTo>
                    <a:pt x="185451" y="302228"/>
                    <a:pt x="181260" y="297275"/>
                    <a:pt x="175641" y="296608"/>
                  </a:cubicBezTo>
                  <a:cubicBezTo>
                    <a:pt x="168973" y="295847"/>
                    <a:pt x="163259" y="301085"/>
                    <a:pt x="163259" y="307658"/>
                  </a:cubicBezTo>
                  <a:lnTo>
                    <a:pt x="163259" y="318135"/>
                  </a:lnTo>
                  <a:cubicBezTo>
                    <a:pt x="144018" y="316040"/>
                    <a:pt x="126396" y="308420"/>
                    <a:pt x="112014" y="296894"/>
                  </a:cubicBezTo>
                  <a:lnTo>
                    <a:pt x="119348" y="289560"/>
                  </a:lnTo>
                  <a:cubicBezTo>
                    <a:pt x="123634" y="285179"/>
                    <a:pt x="123634" y="278130"/>
                    <a:pt x="119348" y="273844"/>
                  </a:cubicBezTo>
                  <a:close/>
                  <a:moveTo>
                    <a:pt x="284226" y="363950"/>
                  </a:moveTo>
                  <a:lnTo>
                    <a:pt x="63627" y="363950"/>
                  </a:lnTo>
                  <a:cubicBezTo>
                    <a:pt x="49435" y="363950"/>
                    <a:pt x="37052" y="354140"/>
                    <a:pt x="32385" y="340995"/>
                  </a:cubicBezTo>
                  <a:lnTo>
                    <a:pt x="315373" y="340995"/>
                  </a:lnTo>
                  <a:cubicBezTo>
                    <a:pt x="310801" y="354044"/>
                    <a:pt x="298418" y="363950"/>
                    <a:pt x="284226" y="36395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Poppins Light"/>
                <a:ea typeface="Poppins Light"/>
                <a:cs typeface="Poppins Light"/>
                <a:sym typeface="Poppins Light"/>
              </a:endParaRPr>
            </a:p>
          </p:txBody>
        </p:sp>
        <p:sp>
          <p:nvSpPr>
            <p:cNvPr id="429" name="Google Shape;429;p51"/>
            <p:cNvSpPr/>
            <p:nvPr/>
          </p:nvSpPr>
          <p:spPr>
            <a:xfrm>
              <a:off x="6986102" y="5727308"/>
              <a:ext cx="76200" cy="76200"/>
            </a:xfrm>
            <a:custGeom>
              <a:rect b="b" l="l" r="r" t="t"/>
              <a:pathLst>
                <a:path extrusionOk="0" h="76200" w="76200">
                  <a:moveTo>
                    <a:pt x="18288" y="73797"/>
                  </a:moveTo>
                  <a:lnTo>
                    <a:pt x="62389" y="73797"/>
                  </a:lnTo>
                  <a:cubicBezTo>
                    <a:pt x="68103" y="73797"/>
                    <a:pt x="73057" y="69606"/>
                    <a:pt x="73723" y="63987"/>
                  </a:cubicBezTo>
                  <a:cubicBezTo>
                    <a:pt x="74486" y="57319"/>
                    <a:pt x="69246" y="51604"/>
                    <a:pt x="62674" y="51604"/>
                  </a:cubicBezTo>
                  <a:lnTo>
                    <a:pt x="29337" y="51604"/>
                  </a:lnTo>
                  <a:lnTo>
                    <a:pt x="29337" y="18552"/>
                  </a:lnTo>
                  <a:cubicBezTo>
                    <a:pt x="29337" y="12838"/>
                    <a:pt x="25146" y="7884"/>
                    <a:pt x="19526" y="7218"/>
                  </a:cubicBezTo>
                  <a:cubicBezTo>
                    <a:pt x="12859" y="6456"/>
                    <a:pt x="7144" y="11694"/>
                    <a:pt x="7144" y="18267"/>
                  </a:cubicBezTo>
                  <a:lnTo>
                    <a:pt x="7144" y="62653"/>
                  </a:lnTo>
                  <a:cubicBezTo>
                    <a:pt x="7144" y="68845"/>
                    <a:pt x="12096" y="73797"/>
                    <a:pt x="18288" y="73797"/>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Poppins Light"/>
                <a:ea typeface="Poppins Light"/>
                <a:cs typeface="Poppins Light"/>
                <a:sym typeface="Poppins Light"/>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2"/>
          <p:cNvSpPr txBox="1"/>
          <p:nvPr/>
        </p:nvSpPr>
        <p:spPr>
          <a:xfrm>
            <a:off x="451639" y="2139764"/>
            <a:ext cx="2256896" cy="173124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900">
                <a:solidFill>
                  <a:schemeClr val="lt1"/>
                </a:solidFill>
                <a:latin typeface="Poppins Light"/>
                <a:ea typeface="Poppins Light"/>
                <a:cs typeface="Poppins Light"/>
                <a:sym typeface="Poppins Light"/>
              </a:rPr>
              <a:t>Lorem ipsum dolor sit amet, consectetur adipiscing elit, sed do eiusmod tempor incididunt ut labore et dolore magna aliqua. </a:t>
            </a:r>
            <a:endParaRPr sz="1100"/>
          </a:p>
          <a:p>
            <a:pPr indent="0" lvl="0" marL="0" marR="0" rtl="0" algn="l">
              <a:spcBef>
                <a:spcPts val="0"/>
              </a:spcBef>
              <a:spcAft>
                <a:spcPts val="0"/>
              </a:spcAft>
              <a:buNone/>
            </a:pPr>
            <a:r>
              <a:rPr lang="ko" sz="900">
                <a:solidFill>
                  <a:schemeClr val="lt1"/>
                </a:solidFill>
                <a:latin typeface="Poppins Light"/>
                <a:ea typeface="Poppins Light"/>
                <a:cs typeface="Poppins Light"/>
                <a:sym typeface="Poppins Light"/>
              </a:rPr>
              <a:t>Ut enim ad minim veniam, quis nostrud exercitation ullamco laboris nisi ut aliquip ex ea commodo consequat. Duis aute irure dolor in reprehenderit in voluptate velit esse cillum dolore eu fugiat nulla pariatur. </a:t>
            </a:r>
            <a:endParaRPr sz="1100"/>
          </a:p>
          <a:p>
            <a:pPr indent="0" lvl="0" marL="0" marR="0" rtl="0" algn="l">
              <a:spcBef>
                <a:spcPts val="0"/>
              </a:spcBef>
              <a:spcAft>
                <a:spcPts val="0"/>
              </a:spcAft>
              <a:buNone/>
            </a:pPr>
            <a:r>
              <a:rPr lang="ko" sz="900">
                <a:solidFill>
                  <a:schemeClr val="lt1"/>
                </a:solidFill>
                <a:latin typeface="Poppins Light"/>
                <a:ea typeface="Poppins Light"/>
                <a:cs typeface="Poppins Light"/>
                <a:sym typeface="Poppins Light"/>
              </a:rPr>
              <a:t>Excepteur sint occaecat cupidatat non proident!</a:t>
            </a:r>
            <a:endParaRPr sz="1100"/>
          </a:p>
        </p:txBody>
      </p:sp>
      <p:sp>
        <p:nvSpPr>
          <p:cNvPr id="435" name="Google Shape;435;p52"/>
          <p:cNvSpPr/>
          <p:nvPr/>
        </p:nvSpPr>
        <p:spPr>
          <a:xfrm>
            <a:off x="451639" y="1272493"/>
            <a:ext cx="2256896" cy="681648"/>
          </a:xfrm>
          <a:prstGeom prst="roundRect">
            <a:avLst>
              <a:gd fmla="val 50000" name="adj"/>
            </a:avLst>
          </a:prstGeom>
          <a:noFill/>
          <a:ln cap="flat" cmpd="sng" w="127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ko">
                <a:solidFill>
                  <a:schemeClr val="lt1"/>
                </a:solidFill>
                <a:latin typeface="Poppins SemiBold"/>
                <a:ea typeface="Poppins SemiBold"/>
                <a:cs typeface="Poppins SemiBold"/>
                <a:sym typeface="Poppins SemiBold"/>
              </a:rPr>
              <a:t>It’s demo time!</a:t>
            </a:r>
            <a:endParaRPr sz="1100"/>
          </a:p>
        </p:txBody>
      </p:sp>
      <p:pic>
        <p:nvPicPr>
          <p:cNvPr id="436" name="Google Shape;436;p52"/>
          <p:cNvPicPr preferRelativeResize="0"/>
          <p:nvPr/>
        </p:nvPicPr>
        <p:blipFill rotWithShape="1">
          <a:blip r:embed="rId3">
            <a:alphaModFix/>
          </a:blip>
          <a:srcRect b="0" l="0" r="0" t="0"/>
          <a:stretch/>
        </p:blipFill>
        <p:spPr>
          <a:xfrm>
            <a:off x="2816120" y="790474"/>
            <a:ext cx="5728900" cy="3562551"/>
          </a:xfrm>
          <a:prstGeom prst="rect">
            <a:avLst/>
          </a:prstGeom>
          <a:noFill/>
          <a:ln>
            <a:noFill/>
          </a:ln>
          <a:effectLst>
            <a:outerShdw blurRad="38100" sx="101000" rotWithShape="0" algn="ctr" sy="101000">
              <a:srgbClr val="000000">
                <a:alpha val="22745"/>
              </a:srgbClr>
            </a:outerShdw>
          </a:effectLst>
        </p:spPr>
      </p:pic>
      <p:sp>
        <p:nvSpPr>
          <p:cNvPr id="437" name="Google Shape;437;p52"/>
          <p:cNvSpPr/>
          <p:nvPr>
            <p:ph idx="2" type="pic"/>
          </p:nvPr>
        </p:nvSpPr>
        <p:spPr>
          <a:xfrm>
            <a:off x="3263251" y="819150"/>
            <a:ext cx="4839350" cy="3200400"/>
          </a:xfrm>
          <a:prstGeom prst="roundRect">
            <a:avLst>
              <a:gd fmla="val 2113" name="adj"/>
            </a:avLst>
          </a:prstGeom>
          <a:solidFill>
            <a:srgbClr val="F2F2F2"/>
          </a:solid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3"/>
          <p:cNvSpPr txBox="1"/>
          <p:nvPr/>
        </p:nvSpPr>
        <p:spPr>
          <a:xfrm>
            <a:off x="2171700" y="2121626"/>
            <a:ext cx="4800600" cy="90024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ko" sz="5400">
                <a:solidFill>
                  <a:schemeClr val="lt1"/>
                </a:solidFill>
                <a:latin typeface="Poppins SemiBold"/>
                <a:ea typeface="Poppins SemiBold"/>
                <a:cs typeface="Poppins SemiBold"/>
                <a:sym typeface="Poppins SemiBold"/>
              </a:rPr>
              <a:t>Thanks !</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3F3F"/>
        </a:solidFill>
      </p:bgPr>
    </p:bg>
    <p:spTree>
      <p:nvGrpSpPr>
        <p:cNvPr id="446" name="Shape 446"/>
        <p:cNvGrpSpPr/>
        <p:nvPr/>
      </p:nvGrpSpPr>
      <p:grpSpPr>
        <a:xfrm>
          <a:off x="0" y="0"/>
          <a:ext cx="0" cy="0"/>
          <a:chOff x="0" y="0"/>
          <a:chExt cx="0" cy="0"/>
        </a:xfrm>
      </p:grpSpPr>
      <p:sp>
        <p:nvSpPr>
          <p:cNvPr id="447" name="Google Shape;447;p54"/>
          <p:cNvSpPr txBox="1"/>
          <p:nvPr/>
        </p:nvSpPr>
        <p:spPr>
          <a:xfrm>
            <a:off x="6751996" y="2741342"/>
            <a:ext cx="1671477"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ko" sz="2100">
                <a:solidFill>
                  <a:schemeClr val="lt1"/>
                </a:solidFill>
                <a:latin typeface="Poppins SemiBold"/>
                <a:ea typeface="Poppins SemiBold"/>
                <a:cs typeface="Poppins SemiBold"/>
                <a:sym typeface="Poppins SemiBold"/>
              </a:rPr>
              <a:t>Icon</a:t>
            </a:r>
            <a:endParaRPr sz="1100"/>
          </a:p>
        </p:txBody>
      </p:sp>
      <p:sp>
        <p:nvSpPr>
          <p:cNvPr id="448" name="Google Shape;448;p54"/>
          <p:cNvSpPr txBox="1"/>
          <p:nvPr/>
        </p:nvSpPr>
        <p:spPr>
          <a:xfrm>
            <a:off x="6796468" y="3179325"/>
            <a:ext cx="1967043" cy="120032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100">
                <a:solidFill>
                  <a:schemeClr val="lt1"/>
                </a:solidFill>
                <a:latin typeface="Poppins Light"/>
                <a:ea typeface="Poppins Light"/>
                <a:cs typeface="Poppins Light"/>
                <a:sym typeface="Poppins Light"/>
              </a:rPr>
              <a:t>You can resize these icons keeping the quality.</a:t>
            </a:r>
            <a:endParaRPr sz="1100"/>
          </a:p>
          <a:p>
            <a:pPr indent="0" lvl="0" marL="0" marR="0" rtl="0" algn="l">
              <a:spcBef>
                <a:spcPts val="0"/>
              </a:spcBef>
              <a:spcAft>
                <a:spcPts val="0"/>
              </a:spcAft>
              <a:buNone/>
            </a:pPr>
            <a:r>
              <a:t/>
            </a:r>
            <a:endParaRPr sz="1100">
              <a:solidFill>
                <a:schemeClr val="lt1"/>
              </a:solidFill>
              <a:latin typeface="Poppins Light"/>
              <a:ea typeface="Poppins Light"/>
              <a:cs typeface="Poppins Light"/>
              <a:sym typeface="Poppins Light"/>
            </a:endParaRPr>
          </a:p>
          <a:p>
            <a:pPr indent="0" lvl="0" marL="0" marR="0" rtl="0" algn="l">
              <a:spcBef>
                <a:spcPts val="0"/>
              </a:spcBef>
              <a:spcAft>
                <a:spcPts val="0"/>
              </a:spcAft>
              <a:buNone/>
            </a:pPr>
            <a:r>
              <a:rPr lang="ko" sz="1100">
                <a:solidFill>
                  <a:schemeClr val="lt1"/>
                </a:solidFill>
                <a:latin typeface="Poppins Light"/>
                <a:ea typeface="Poppins Light"/>
                <a:cs typeface="Poppins Light"/>
                <a:sym typeface="Poppins Light"/>
              </a:rPr>
              <a:t>You can change the stroke and fill color; just select the icon and click on the paint bucket/pen.</a:t>
            </a:r>
            <a:endParaRPr sz="1100"/>
          </a:p>
        </p:txBody>
      </p:sp>
      <p:pic>
        <p:nvPicPr>
          <p:cNvPr id="449" name="Google Shape;449;p54"/>
          <p:cNvPicPr preferRelativeResize="0"/>
          <p:nvPr/>
        </p:nvPicPr>
        <p:blipFill rotWithShape="1">
          <a:blip r:embed="rId3">
            <a:alphaModFix/>
          </a:blip>
          <a:srcRect b="0" l="0" r="0" t="0"/>
          <a:stretch/>
        </p:blipFill>
        <p:spPr>
          <a:xfrm>
            <a:off x="473914" y="560666"/>
            <a:ext cx="408174" cy="309423"/>
          </a:xfrm>
          <a:prstGeom prst="rect">
            <a:avLst/>
          </a:prstGeom>
          <a:noFill/>
          <a:ln>
            <a:noFill/>
          </a:ln>
        </p:spPr>
      </p:pic>
      <p:pic>
        <p:nvPicPr>
          <p:cNvPr id="450" name="Google Shape;450;p54"/>
          <p:cNvPicPr preferRelativeResize="0"/>
          <p:nvPr/>
        </p:nvPicPr>
        <p:blipFill rotWithShape="1">
          <a:blip r:embed="rId4">
            <a:alphaModFix/>
          </a:blip>
          <a:srcRect b="0" l="0" r="0" t="0"/>
          <a:stretch/>
        </p:blipFill>
        <p:spPr>
          <a:xfrm>
            <a:off x="964980" y="563957"/>
            <a:ext cx="355508" cy="302840"/>
          </a:xfrm>
          <a:prstGeom prst="rect">
            <a:avLst/>
          </a:prstGeom>
          <a:noFill/>
          <a:ln>
            <a:noFill/>
          </a:ln>
        </p:spPr>
      </p:pic>
      <p:pic>
        <p:nvPicPr>
          <p:cNvPr id="451" name="Google Shape;451;p54"/>
          <p:cNvPicPr preferRelativeResize="0"/>
          <p:nvPr/>
        </p:nvPicPr>
        <p:blipFill rotWithShape="1">
          <a:blip r:embed="rId5">
            <a:alphaModFix/>
          </a:blip>
          <a:srcRect b="0" l="0" r="0" t="0"/>
          <a:stretch/>
        </p:blipFill>
        <p:spPr>
          <a:xfrm>
            <a:off x="1456679" y="537624"/>
            <a:ext cx="401590" cy="355506"/>
          </a:xfrm>
          <a:prstGeom prst="rect">
            <a:avLst/>
          </a:prstGeom>
          <a:noFill/>
          <a:ln>
            <a:noFill/>
          </a:ln>
        </p:spPr>
      </p:pic>
      <p:pic>
        <p:nvPicPr>
          <p:cNvPr id="452" name="Google Shape;452;p54"/>
          <p:cNvPicPr preferRelativeResize="0"/>
          <p:nvPr/>
        </p:nvPicPr>
        <p:blipFill rotWithShape="1">
          <a:blip r:embed="rId6">
            <a:alphaModFix/>
          </a:blip>
          <a:srcRect b="0" l="0" r="0" t="0"/>
          <a:stretch/>
        </p:blipFill>
        <p:spPr>
          <a:xfrm>
            <a:off x="1965604" y="531041"/>
            <a:ext cx="348924" cy="368673"/>
          </a:xfrm>
          <a:prstGeom prst="rect">
            <a:avLst/>
          </a:prstGeom>
          <a:noFill/>
          <a:ln>
            <a:noFill/>
          </a:ln>
        </p:spPr>
      </p:pic>
      <p:pic>
        <p:nvPicPr>
          <p:cNvPr id="453" name="Google Shape;453;p54"/>
          <p:cNvPicPr preferRelativeResize="0"/>
          <p:nvPr/>
        </p:nvPicPr>
        <p:blipFill rotWithShape="1">
          <a:blip r:embed="rId7">
            <a:alphaModFix/>
          </a:blip>
          <a:srcRect b="0" l="0" r="0" t="0"/>
          <a:stretch/>
        </p:blipFill>
        <p:spPr>
          <a:xfrm>
            <a:off x="2475439" y="527749"/>
            <a:ext cx="401592" cy="375258"/>
          </a:xfrm>
          <a:prstGeom prst="rect">
            <a:avLst/>
          </a:prstGeom>
          <a:noFill/>
          <a:ln>
            <a:noFill/>
          </a:ln>
        </p:spPr>
      </p:pic>
      <p:pic>
        <p:nvPicPr>
          <p:cNvPr id="454" name="Google Shape;454;p54"/>
          <p:cNvPicPr preferRelativeResize="0"/>
          <p:nvPr/>
        </p:nvPicPr>
        <p:blipFill rotWithShape="1">
          <a:blip r:embed="rId8">
            <a:alphaModFix/>
          </a:blip>
          <a:srcRect b="0" l="0" r="0" t="0"/>
          <a:stretch/>
        </p:blipFill>
        <p:spPr>
          <a:xfrm>
            <a:off x="3007478" y="514582"/>
            <a:ext cx="388425" cy="401592"/>
          </a:xfrm>
          <a:prstGeom prst="rect">
            <a:avLst/>
          </a:prstGeom>
          <a:noFill/>
          <a:ln>
            <a:noFill/>
          </a:ln>
        </p:spPr>
      </p:pic>
      <p:pic>
        <p:nvPicPr>
          <p:cNvPr id="455" name="Google Shape;455;p54"/>
          <p:cNvPicPr preferRelativeResize="0"/>
          <p:nvPr/>
        </p:nvPicPr>
        <p:blipFill rotWithShape="1">
          <a:blip r:embed="rId9">
            <a:alphaModFix/>
          </a:blip>
          <a:srcRect b="0" l="0" r="0" t="0"/>
          <a:stretch/>
        </p:blipFill>
        <p:spPr>
          <a:xfrm>
            <a:off x="3567250" y="557374"/>
            <a:ext cx="355507" cy="316007"/>
          </a:xfrm>
          <a:prstGeom prst="rect">
            <a:avLst/>
          </a:prstGeom>
          <a:noFill/>
          <a:ln>
            <a:noFill/>
          </a:ln>
        </p:spPr>
      </p:pic>
      <p:pic>
        <p:nvPicPr>
          <p:cNvPr id="456" name="Google Shape;456;p54"/>
          <p:cNvPicPr preferRelativeResize="0"/>
          <p:nvPr/>
        </p:nvPicPr>
        <p:blipFill rotWithShape="1">
          <a:blip r:embed="rId10">
            <a:alphaModFix/>
          </a:blip>
          <a:srcRect b="0" l="0" r="0" t="0"/>
          <a:stretch/>
        </p:blipFill>
        <p:spPr>
          <a:xfrm>
            <a:off x="4053344" y="540916"/>
            <a:ext cx="269922" cy="348924"/>
          </a:xfrm>
          <a:prstGeom prst="rect">
            <a:avLst/>
          </a:prstGeom>
          <a:noFill/>
          <a:ln>
            <a:noFill/>
          </a:ln>
        </p:spPr>
      </p:pic>
      <p:pic>
        <p:nvPicPr>
          <p:cNvPr id="457" name="Google Shape;457;p54"/>
          <p:cNvPicPr preferRelativeResize="0"/>
          <p:nvPr/>
        </p:nvPicPr>
        <p:blipFill rotWithShape="1">
          <a:blip r:embed="rId11">
            <a:alphaModFix/>
          </a:blip>
          <a:srcRect b="0" l="0" r="0" t="0"/>
          <a:stretch/>
        </p:blipFill>
        <p:spPr>
          <a:xfrm>
            <a:off x="4552465" y="570541"/>
            <a:ext cx="322590" cy="289672"/>
          </a:xfrm>
          <a:prstGeom prst="rect">
            <a:avLst/>
          </a:prstGeom>
          <a:noFill/>
          <a:ln>
            <a:noFill/>
          </a:ln>
        </p:spPr>
      </p:pic>
      <p:pic>
        <p:nvPicPr>
          <p:cNvPr id="458" name="Google Shape;458;p54"/>
          <p:cNvPicPr preferRelativeResize="0"/>
          <p:nvPr/>
        </p:nvPicPr>
        <p:blipFill rotWithShape="1">
          <a:blip r:embed="rId12">
            <a:alphaModFix/>
          </a:blip>
          <a:srcRect b="0" l="0" r="0" t="0"/>
          <a:stretch/>
        </p:blipFill>
        <p:spPr>
          <a:xfrm>
            <a:off x="5060269" y="544207"/>
            <a:ext cx="243590" cy="342341"/>
          </a:xfrm>
          <a:prstGeom prst="rect">
            <a:avLst/>
          </a:prstGeom>
          <a:noFill/>
          <a:ln>
            <a:noFill/>
          </a:ln>
        </p:spPr>
      </p:pic>
      <p:pic>
        <p:nvPicPr>
          <p:cNvPr id="459" name="Google Shape;459;p54"/>
          <p:cNvPicPr preferRelativeResize="0"/>
          <p:nvPr/>
        </p:nvPicPr>
        <p:blipFill rotWithShape="1">
          <a:blip r:embed="rId13">
            <a:alphaModFix/>
          </a:blip>
          <a:srcRect b="0" l="0" r="0" t="0"/>
          <a:stretch/>
        </p:blipFill>
        <p:spPr>
          <a:xfrm>
            <a:off x="5524862" y="593584"/>
            <a:ext cx="408174" cy="243588"/>
          </a:xfrm>
          <a:prstGeom prst="rect">
            <a:avLst/>
          </a:prstGeom>
          <a:noFill/>
          <a:ln>
            <a:noFill/>
          </a:ln>
        </p:spPr>
      </p:pic>
      <p:pic>
        <p:nvPicPr>
          <p:cNvPr id="460" name="Google Shape;460;p54"/>
          <p:cNvPicPr preferRelativeResize="0"/>
          <p:nvPr/>
        </p:nvPicPr>
        <p:blipFill rotWithShape="1">
          <a:blip r:embed="rId14">
            <a:alphaModFix/>
          </a:blip>
          <a:srcRect b="0" l="0" r="0" t="0"/>
          <a:stretch/>
        </p:blipFill>
        <p:spPr>
          <a:xfrm>
            <a:off x="6060609" y="534332"/>
            <a:ext cx="230422" cy="362091"/>
          </a:xfrm>
          <a:prstGeom prst="rect">
            <a:avLst/>
          </a:prstGeom>
          <a:noFill/>
          <a:ln>
            <a:noFill/>
          </a:ln>
        </p:spPr>
      </p:pic>
      <p:pic>
        <p:nvPicPr>
          <p:cNvPr id="461" name="Google Shape;461;p54"/>
          <p:cNvPicPr preferRelativeResize="0"/>
          <p:nvPr/>
        </p:nvPicPr>
        <p:blipFill rotWithShape="1">
          <a:blip r:embed="rId15">
            <a:alphaModFix/>
          </a:blip>
          <a:srcRect b="0" l="0" r="0" t="0"/>
          <a:stretch/>
        </p:blipFill>
        <p:spPr>
          <a:xfrm>
            <a:off x="490374" y="1147843"/>
            <a:ext cx="375257" cy="243588"/>
          </a:xfrm>
          <a:prstGeom prst="rect">
            <a:avLst/>
          </a:prstGeom>
          <a:noFill/>
          <a:ln>
            <a:noFill/>
          </a:ln>
        </p:spPr>
      </p:pic>
      <p:pic>
        <p:nvPicPr>
          <p:cNvPr id="462" name="Google Shape;462;p54"/>
          <p:cNvPicPr preferRelativeResize="0"/>
          <p:nvPr/>
        </p:nvPicPr>
        <p:blipFill rotWithShape="1">
          <a:blip r:embed="rId16">
            <a:alphaModFix/>
          </a:blip>
          <a:srcRect b="0" l="0" r="0" t="0"/>
          <a:stretch/>
        </p:blipFill>
        <p:spPr>
          <a:xfrm>
            <a:off x="974856" y="1082008"/>
            <a:ext cx="335757" cy="375258"/>
          </a:xfrm>
          <a:prstGeom prst="rect">
            <a:avLst/>
          </a:prstGeom>
          <a:noFill/>
          <a:ln>
            <a:noFill/>
          </a:ln>
        </p:spPr>
      </p:pic>
      <p:pic>
        <p:nvPicPr>
          <p:cNvPr id="463" name="Google Shape;463;p54"/>
          <p:cNvPicPr preferRelativeResize="0"/>
          <p:nvPr/>
        </p:nvPicPr>
        <p:blipFill rotWithShape="1">
          <a:blip r:embed="rId17">
            <a:alphaModFix/>
          </a:blip>
          <a:srcRect b="0" l="0" r="0" t="0"/>
          <a:stretch/>
        </p:blipFill>
        <p:spPr>
          <a:xfrm>
            <a:off x="1489595" y="1082008"/>
            <a:ext cx="335757" cy="375258"/>
          </a:xfrm>
          <a:prstGeom prst="rect">
            <a:avLst/>
          </a:prstGeom>
          <a:noFill/>
          <a:ln>
            <a:noFill/>
          </a:ln>
        </p:spPr>
      </p:pic>
      <p:pic>
        <p:nvPicPr>
          <p:cNvPr id="464" name="Google Shape;464;p54"/>
          <p:cNvPicPr preferRelativeResize="0"/>
          <p:nvPr/>
        </p:nvPicPr>
        <p:blipFill rotWithShape="1">
          <a:blip r:embed="rId18">
            <a:alphaModFix/>
          </a:blip>
          <a:srcRect b="0" l="0" r="0" t="0"/>
          <a:stretch/>
        </p:blipFill>
        <p:spPr>
          <a:xfrm>
            <a:off x="2537982" y="1088591"/>
            <a:ext cx="276506" cy="362091"/>
          </a:xfrm>
          <a:prstGeom prst="rect">
            <a:avLst/>
          </a:prstGeom>
          <a:noFill/>
          <a:ln>
            <a:noFill/>
          </a:ln>
        </p:spPr>
      </p:pic>
      <p:pic>
        <p:nvPicPr>
          <p:cNvPr id="465" name="Google Shape;465;p54"/>
          <p:cNvPicPr preferRelativeResize="0"/>
          <p:nvPr/>
        </p:nvPicPr>
        <p:blipFill rotWithShape="1">
          <a:blip r:embed="rId19">
            <a:alphaModFix/>
          </a:blip>
          <a:srcRect b="0" l="0" r="0" t="0"/>
          <a:stretch/>
        </p:blipFill>
        <p:spPr>
          <a:xfrm>
            <a:off x="3063437" y="1072133"/>
            <a:ext cx="276506" cy="395007"/>
          </a:xfrm>
          <a:prstGeom prst="rect">
            <a:avLst/>
          </a:prstGeom>
          <a:noFill/>
          <a:ln>
            <a:noFill/>
          </a:ln>
        </p:spPr>
      </p:pic>
      <p:pic>
        <p:nvPicPr>
          <p:cNvPr id="466" name="Google Shape;466;p54"/>
          <p:cNvPicPr preferRelativeResize="0"/>
          <p:nvPr/>
        </p:nvPicPr>
        <p:blipFill rotWithShape="1">
          <a:blip r:embed="rId20">
            <a:alphaModFix/>
          </a:blip>
          <a:srcRect b="0" l="0" r="0" t="0"/>
          <a:stretch/>
        </p:blipFill>
        <p:spPr>
          <a:xfrm>
            <a:off x="3544209" y="1091883"/>
            <a:ext cx="401590" cy="355506"/>
          </a:xfrm>
          <a:prstGeom prst="rect">
            <a:avLst/>
          </a:prstGeom>
          <a:noFill/>
          <a:ln>
            <a:noFill/>
          </a:ln>
        </p:spPr>
      </p:pic>
      <p:pic>
        <p:nvPicPr>
          <p:cNvPr id="467" name="Google Shape;467;p54"/>
          <p:cNvPicPr preferRelativeResize="0"/>
          <p:nvPr/>
        </p:nvPicPr>
        <p:blipFill rotWithShape="1">
          <a:blip r:embed="rId21">
            <a:alphaModFix/>
          </a:blip>
          <a:srcRect b="0" l="0" r="0" t="0"/>
          <a:stretch/>
        </p:blipFill>
        <p:spPr>
          <a:xfrm>
            <a:off x="1935978" y="1095175"/>
            <a:ext cx="408174" cy="348924"/>
          </a:xfrm>
          <a:prstGeom prst="rect">
            <a:avLst/>
          </a:prstGeom>
          <a:noFill/>
          <a:ln>
            <a:noFill/>
          </a:ln>
        </p:spPr>
      </p:pic>
      <p:pic>
        <p:nvPicPr>
          <p:cNvPr id="468" name="Google Shape;468;p54"/>
          <p:cNvPicPr preferRelativeResize="0"/>
          <p:nvPr/>
        </p:nvPicPr>
        <p:blipFill rotWithShape="1">
          <a:blip r:embed="rId22">
            <a:alphaModFix/>
          </a:blip>
          <a:srcRect b="0" l="0" r="0" t="0"/>
          <a:stretch/>
        </p:blipFill>
        <p:spPr>
          <a:xfrm>
            <a:off x="4069802" y="1078716"/>
            <a:ext cx="237004" cy="381840"/>
          </a:xfrm>
          <a:prstGeom prst="rect">
            <a:avLst/>
          </a:prstGeom>
          <a:noFill/>
          <a:ln>
            <a:noFill/>
          </a:ln>
        </p:spPr>
      </p:pic>
      <p:pic>
        <p:nvPicPr>
          <p:cNvPr id="469" name="Google Shape;469;p54"/>
          <p:cNvPicPr preferRelativeResize="0"/>
          <p:nvPr/>
        </p:nvPicPr>
        <p:blipFill rotWithShape="1">
          <a:blip r:embed="rId23">
            <a:alphaModFix/>
          </a:blip>
          <a:srcRect b="0" l="0" r="0" t="0"/>
          <a:stretch/>
        </p:blipFill>
        <p:spPr>
          <a:xfrm>
            <a:off x="4519548" y="1072133"/>
            <a:ext cx="388424" cy="395007"/>
          </a:xfrm>
          <a:prstGeom prst="rect">
            <a:avLst/>
          </a:prstGeom>
          <a:noFill/>
          <a:ln>
            <a:noFill/>
          </a:ln>
        </p:spPr>
      </p:pic>
      <p:pic>
        <p:nvPicPr>
          <p:cNvPr id="470" name="Google Shape;470;p54"/>
          <p:cNvPicPr preferRelativeResize="0"/>
          <p:nvPr/>
        </p:nvPicPr>
        <p:blipFill rotWithShape="1">
          <a:blip r:embed="rId24">
            <a:alphaModFix/>
          </a:blip>
          <a:srcRect b="0" l="0" r="0" t="0"/>
          <a:stretch/>
        </p:blipFill>
        <p:spPr>
          <a:xfrm>
            <a:off x="5037227" y="1082008"/>
            <a:ext cx="289672" cy="375258"/>
          </a:xfrm>
          <a:prstGeom prst="rect">
            <a:avLst/>
          </a:prstGeom>
          <a:noFill/>
          <a:ln>
            <a:noFill/>
          </a:ln>
        </p:spPr>
      </p:pic>
      <p:pic>
        <p:nvPicPr>
          <p:cNvPr id="471" name="Google Shape;471;p54"/>
          <p:cNvPicPr preferRelativeResize="0"/>
          <p:nvPr/>
        </p:nvPicPr>
        <p:blipFill rotWithShape="1">
          <a:blip r:embed="rId25">
            <a:alphaModFix/>
          </a:blip>
          <a:srcRect b="0" l="0" r="0" t="0"/>
          <a:stretch/>
        </p:blipFill>
        <p:spPr>
          <a:xfrm>
            <a:off x="5584113" y="1124800"/>
            <a:ext cx="289672" cy="289673"/>
          </a:xfrm>
          <a:prstGeom prst="rect">
            <a:avLst/>
          </a:prstGeom>
          <a:noFill/>
          <a:ln>
            <a:noFill/>
          </a:ln>
        </p:spPr>
      </p:pic>
      <p:pic>
        <p:nvPicPr>
          <p:cNvPr id="472" name="Google Shape;472;p54"/>
          <p:cNvPicPr preferRelativeResize="0"/>
          <p:nvPr/>
        </p:nvPicPr>
        <p:blipFill rotWithShape="1">
          <a:blip r:embed="rId26">
            <a:alphaModFix/>
          </a:blip>
          <a:srcRect b="0" l="0" r="0" t="0"/>
          <a:stretch/>
        </p:blipFill>
        <p:spPr>
          <a:xfrm>
            <a:off x="6011234" y="1101758"/>
            <a:ext cx="329174" cy="335757"/>
          </a:xfrm>
          <a:prstGeom prst="rect">
            <a:avLst/>
          </a:prstGeom>
          <a:noFill/>
          <a:ln>
            <a:noFill/>
          </a:ln>
        </p:spPr>
      </p:pic>
      <p:pic>
        <p:nvPicPr>
          <p:cNvPr id="473" name="Google Shape;473;p54"/>
          <p:cNvPicPr preferRelativeResize="0"/>
          <p:nvPr/>
        </p:nvPicPr>
        <p:blipFill rotWithShape="1">
          <a:blip r:embed="rId27">
            <a:alphaModFix/>
          </a:blip>
          <a:srcRect b="0" l="0" r="0" t="0"/>
          <a:stretch/>
        </p:blipFill>
        <p:spPr>
          <a:xfrm>
            <a:off x="551819" y="4289265"/>
            <a:ext cx="252366" cy="197504"/>
          </a:xfrm>
          <a:prstGeom prst="rect">
            <a:avLst/>
          </a:prstGeom>
          <a:noFill/>
          <a:ln>
            <a:noFill/>
          </a:ln>
        </p:spPr>
      </p:pic>
      <p:pic>
        <p:nvPicPr>
          <p:cNvPr id="474" name="Google Shape;474;p54"/>
          <p:cNvPicPr preferRelativeResize="0"/>
          <p:nvPr/>
        </p:nvPicPr>
        <p:blipFill rotWithShape="1">
          <a:blip r:embed="rId28">
            <a:alphaModFix/>
          </a:blip>
          <a:srcRect b="0" l="0" r="0" t="0"/>
          <a:stretch/>
        </p:blipFill>
        <p:spPr>
          <a:xfrm>
            <a:off x="1016551" y="4261834"/>
            <a:ext cx="252366" cy="252366"/>
          </a:xfrm>
          <a:prstGeom prst="rect">
            <a:avLst/>
          </a:prstGeom>
          <a:noFill/>
          <a:ln>
            <a:noFill/>
          </a:ln>
        </p:spPr>
      </p:pic>
      <p:pic>
        <p:nvPicPr>
          <p:cNvPr id="475" name="Google Shape;475;p54"/>
          <p:cNvPicPr preferRelativeResize="0"/>
          <p:nvPr/>
        </p:nvPicPr>
        <p:blipFill rotWithShape="1">
          <a:blip r:embed="rId29">
            <a:alphaModFix/>
          </a:blip>
          <a:srcRect b="0" l="0" r="0" t="0"/>
          <a:stretch/>
        </p:blipFill>
        <p:spPr>
          <a:xfrm>
            <a:off x="1506603" y="4261834"/>
            <a:ext cx="301741" cy="252366"/>
          </a:xfrm>
          <a:prstGeom prst="rect">
            <a:avLst/>
          </a:prstGeom>
          <a:noFill/>
          <a:ln>
            <a:noFill/>
          </a:ln>
        </p:spPr>
      </p:pic>
      <p:pic>
        <p:nvPicPr>
          <p:cNvPr id="476" name="Google Shape;476;p54"/>
          <p:cNvPicPr preferRelativeResize="0"/>
          <p:nvPr/>
        </p:nvPicPr>
        <p:blipFill rotWithShape="1">
          <a:blip r:embed="rId30">
            <a:alphaModFix/>
          </a:blip>
          <a:srcRect b="0" l="0" r="0" t="0"/>
          <a:stretch/>
        </p:blipFill>
        <p:spPr>
          <a:xfrm>
            <a:off x="2011139" y="4259091"/>
            <a:ext cx="257853" cy="257853"/>
          </a:xfrm>
          <a:prstGeom prst="rect">
            <a:avLst/>
          </a:prstGeom>
          <a:noFill/>
          <a:ln>
            <a:noFill/>
          </a:ln>
        </p:spPr>
      </p:pic>
      <p:pic>
        <p:nvPicPr>
          <p:cNvPr id="477" name="Google Shape;477;p54"/>
          <p:cNvPicPr preferRelativeResize="0"/>
          <p:nvPr/>
        </p:nvPicPr>
        <p:blipFill rotWithShape="1">
          <a:blip r:embed="rId31">
            <a:alphaModFix/>
          </a:blip>
          <a:srcRect b="0" l="0" r="0" t="0"/>
          <a:stretch/>
        </p:blipFill>
        <p:spPr>
          <a:xfrm>
            <a:off x="2536337" y="4242632"/>
            <a:ext cx="279798" cy="290771"/>
          </a:xfrm>
          <a:prstGeom prst="rect">
            <a:avLst/>
          </a:prstGeom>
          <a:noFill/>
          <a:ln>
            <a:noFill/>
          </a:ln>
        </p:spPr>
      </p:pic>
      <p:pic>
        <p:nvPicPr>
          <p:cNvPr id="478" name="Google Shape;478;p54"/>
          <p:cNvPicPr preferRelativeResize="0"/>
          <p:nvPr/>
        </p:nvPicPr>
        <p:blipFill rotWithShape="1">
          <a:blip r:embed="rId32">
            <a:alphaModFix/>
          </a:blip>
          <a:srcRect b="0" l="0" r="0" t="0"/>
          <a:stretch/>
        </p:blipFill>
        <p:spPr>
          <a:xfrm>
            <a:off x="3066729" y="4246473"/>
            <a:ext cx="269922" cy="283089"/>
          </a:xfrm>
          <a:prstGeom prst="rect">
            <a:avLst/>
          </a:prstGeom>
          <a:noFill/>
          <a:ln>
            <a:noFill/>
          </a:ln>
        </p:spPr>
      </p:pic>
      <p:pic>
        <p:nvPicPr>
          <p:cNvPr id="479" name="Google Shape;479;p54"/>
          <p:cNvPicPr preferRelativeResize="0"/>
          <p:nvPr/>
        </p:nvPicPr>
        <p:blipFill rotWithShape="1">
          <a:blip r:embed="rId33">
            <a:alphaModFix/>
          </a:blip>
          <a:srcRect b="0" l="0" r="0" t="0"/>
          <a:stretch/>
        </p:blipFill>
        <p:spPr>
          <a:xfrm>
            <a:off x="3583709" y="4236597"/>
            <a:ext cx="322590" cy="302839"/>
          </a:xfrm>
          <a:prstGeom prst="rect">
            <a:avLst/>
          </a:prstGeom>
          <a:noFill/>
          <a:ln>
            <a:noFill/>
          </a:ln>
        </p:spPr>
      </p:pic>
      <p:pic>
        <p:nvPicPr>
          <p:cNvPr id="480" name="Google Shape;480;p54"/>
          <p:cNvPicPr preferRelativeResize="0"/>
          <p:nvPr/>
        </p:nvPicPr>
        <p:blipFill rotWithShape="1">
          <a:blip r:embed="rId34">
            <a:alphaModFix/>
          </a:blip>
          <a:srcRect b="0" l="0" r="0" t="0"/>
          <a:stretch/>
        </p:blipFill>
        <p:spPr>
          <a:xfrm>
            <a:off x="4043468" y="4239890"/>
            <a:ext cx="289672" cy="296256"/>
          </a:xfrm>
          <a:prstGeom prst="rect">
            <a:avLst/>
          </a:prstGeom>
          <a:noFill/>
          <a:ln>
            <a:noFill/>
          </a:ln>
        </p:spPr>
      </p:pic>
      <p:pic>
        <p:nvPicPr>
          <p:cNvPr id="481" name="Google Shape;481;p54"/>
          <p:cNvPicPr preferRelativeResize="0"/>
          <p:nvPr/>
        </p:nvPicPr>
        <p:blipFill rotWithShape="1">
          <a:blip r:embed="rId35">
            <a:alphaModFix/>
          </a:blip>
          <a:srcRect b="0" l="0" r="0" t="0"/>
          <a:stretch/>
        </p:blipFill>
        <p:spPr>
          <a:xfrm>
            <a:off x="4568923" y="4262931"/>
            <a:ext cx="289672" cy="250171"/>
          </a:xfrm>
          <a:prstGeom prst="rect">
            <a:avLst/>
          </a:prstGeom>
          <a:noFill/>
          <a:ln>
            <a:noFill/>
          </a:ln>
        </p:spPr>
      </p:pic>
      <p:pic>
        <p:nvPicPr>
          <p:cNvPr id="482" name="Google Shape;482;p54"/>
          <p:cNvPicPr preferRelativeResize="0"/>
          <p:nvPr/>
        </p:nvPicPr>
        <p:blipFill rotWithShape="1">
          <a:blip r:embed="rId36">
            <a:alphaModFix/>
          </a:blip>
          <a:srcRect b="0" l="0" r="0" t="0"/>
          <a:stretch/>
        </p:blipFill>
        <p:spPr>
          <a:xfrm>
            <a:off x="5027353" y="4236597"/>
            <a:ext cx="309423" cy="302839"/>
          </a:xfrm>
          <a:prstGeom prst="rect">
            <a:avLst/>
          </a:prstGeom>
          <a:noFill/>
          <a:ln>
            <a:noFill/>
          </a:ln>
        </p:spPr>
      </p:pic>
      <p:pic>
        <p:nvPicPr>
          <p:cNvPr id="483" name="Google Shape;483;p54"/>
          <p:cNvPicPr preferRelativeResize="0"/>
          <p:nvPr/>
        </p:nvPicPr>
        <p:blipFill rotWithShape="1">
          <a:blip r:embed="rId37">
            <a:alphaModFix/>
          </a:blip>
          <a:srcRect b="0" l="0" r="0" t="0"/>
          <a:stretch/>
        </p:blipFill>
        <p:spPr>
          <a:xfrm>
            <a:off x="5564363" y="4226723"/>
            <a:ext cx="329174" cy="322590"/>
          </a:xfrm>
          <a:prstGeom prst="rect">
            <a:avLst/>
          </a:prstGeom>
          <a:noFill/>
          <a:ln>
            <a:noFill/>
          </a:ln>
        </p:spPr>
      </p:pic>
      <p:pic>
        <p:nvPicPr>
          <p:cNvPr id="484" name="Google Shape;484;p54"/>
          <p:cNvPicPr preferRelativeResize="0"/>
          <p:nvPr/>
        </p:nvPicPr>
        <p:blipFill rotWithShape="1">
          <a:blip r:embed="rId38">
            <a:alphaModFix/>
          </a:blip>
          <a:srcRect b="0" l="0" r="0" t="0"/>
          <a:stretch/>
        </p:blipFill>
        <p:spPr>
          <a:xfrm>
            <a:off x="6017817" y="4230014"/>
            <a:ext cx="316007" cy="316007"/>
          </a:xfrm>
          <a:prstGeom prst="rect">
            <a:avLst/>
          </a:prstGeom>
          <a:noFill/>
          <a:ln>
            <a:noFill/>
          </a:ln>
        </p:spPr>
      </p:pic>
      <p:pic>
        <p:nvPicPr>
          <p:cNvPr id="485" name="Google Shape;485;p54"/>
          <p:cNvPicPr preferRelativeResize="0"/>
          <p:nvPr/>
        </p:nvPicPr>
        <p:blipFill rotWithShape="1">
          <a:blip r:embed="rId39">
            <a:alphaModFix/>
          </a:blip>
          <a:srcRect b="0" l="0" r="0" t="0"/>
          <a:stretch/>
        </p:blipFill>
        <p:spPr>
          <a:xfrm>
            <a:off x="539749" y="1640508"/>
            <a:ext cx="276506" cy="283089"/>
          </a:xfrm>
          <a:prstGeom prst="rect">
            <a:avLst/>
          </a:prstGeom>
          <a:noFill/>
          <a:ln>
            <a:noFill/>
          </a:ln>
        </p:spPr>
      </p:pic>
      <p:pic>
        <p:nvPicPr>
          <p:cNvPr id="486" name="Google Shape;486;p54"/>
          <p:cNvPicPr preferRelativeResize="0"/>
          <p:nvPr/>
        </p:nvPicPr>
        <p:blipFill rotWithShape="1">
          <a:blip r:embed="rId40">
            <a:alphaModFix/>
          </a:blip>
          <a:srcRect b="0" l="0" r="0" t="0"/>
          <a:stretch/>
        </p:blipFill>
        <p:spPr>
          <a:xfrm>
            <a:off x="997897" y="1637216"/>
            <a:ext cx="289673" cy="289673"/>
          </a:xfrm>
          <a:prstGeom prst="rect">
            <a:avLst/>
          </a:prstGeom>
          <a:noFill/>
          <a:ln>
            <a:noFill/>
          </a:ln>
        </p:spPr>
      </p:pic>
      <p:pic>
        <p:nvPicPr>
          <p:cNvPr id="487" name="Google Shape;487;p54"/>
          <p:cNvPicPr preferRelativeResize="0"/>
          <p:nvPr/>
        </p:nvPicPr>
        <p:blipFill rotWithShape="1">
          <a:blip r:embed="rId41">
            <a:alphaModFix/>
          </a:blip>
          <a:srcRect b="0" l="0" r="0" t="0"/>
          <a:stretch/>
        </p:blipFill>
        <p:spPr>
          <a:xfrm>
            <a:off x="1489595" y="1614174"/>
            <a:ext cx="335757" cy="335757"/>
          </a:xfrm>
          <a:prstGeom prst="rect">
            <a:avLst/>
          </a:prstGeom>
          <a:noFill/>
          <a:ln>
            <a:noFill/>
          </a:ln>
        </p:spPr>
      </p:pic>
      <p:pic>
        <p:nvPicPr>
          <p:cNvPr id="488" name="Google Shape;488;p54"/>
          <p:cNvPicPr preferRelativeResize="0"/>
          <p:nvPr/>
        </p:nvPicPr>
        <p:blipFill rotWithShape="1">
          <a:blip r:embed="rId42">
            <a:alphaModFix/>
          </a:blip>
          <a:srcRect b="0" l="0" r="0" t="0"/>
          <a:stretch/>
        </p:blipFill>
        <p:spPr>
          <a:xfrm>
            <a:off x="2044605" y="1630632"/>
            <a:ext cx="190922" cy="302840"/>
          </a:xfrm>
          <a:prstGeom prst="rect">
            <a:avLst/>
          </a:prstGeom>
          <a:noFill/>
          <a:ln>
            <a:noFill/>
          </a:ln>
        </p:spPr>
      </p:pic>
      <p:pic>
        <p:nvPicPr>
          <p:cNvPr id="489" name="Google Shape;489;p54"/>
          <p:cNvPicPr preferRelativeResize="0"/>
          <p:nvPr/>
        </p:nvPicPr>
        <p:blipFill rotWithShape="1">
          <a:blip r:embed="rId43">
            <a:alphaModFix/>
          </a:blip>
          <a:srcRect b="0" l="0" r="0" t="0"/>
          <a:stretch/>
        </p:blipFill>
        <p:spPr>
          <a:xfrm>
            <a:off x="2521524" y="1643799"/>
            <a:ext cx="309423" cy="276506"/>
          </a:xfrm>
          <a:prstGeom prst="rect">
            <a:avLst/>
          </a:prstGeom>
          <a:noFill/>
          <a:ln>
            <a:noFill/>
          </a:ln>
        </p:spPr>
      </p:pic>
      <p:pic>
        <p:nvPicPr>
          <p:cNvPr id="490" name="Google Shape;490;p54"/>
          <p:cNvPicPr preferRelativeResize="0"/>
          <p:nvPr/>
        </p:nvPicPr>
        <p:blipFill rotWithShape="1">
          <a:blip r:embed="rId44">
            <a:alphaModFix/>
          </a:blip>
          <a:srcRect b="0" l="0" r="0" t="0"/>
          <a:stretch/>
        </p:blipFill>
        <p:spPr>
          <a:xfrm>
            <a:off x="3046978" y="1617465"/>
            <a:ext cx="309425" cy="329174"/>
          </a:xfrm>
          <a:prstGeom prst="rect">
            <a:avLst/>
          </a:prstGeom>
          <a:noFill/>
          <a:ln>
            <a:noFill/>
          </a:ln>
        </p:spPr>
      </p:pic>
      <p:pic>
        <p:nvPicPr>
          <p:cNvPr id="491" name="Google Shape;491;p54"/>
          <p:cNvPicPr preferRelativeResize="0"/>
          <p:nvPr/>
        </p:nvPicPr>
        <p:blipFill rotWithShape="1">
          <a:blip r:embed="rId45">
            <a:alphaModFix/>
          </a:blip>
          <a:srcRect b="0" l="0" r="0" t="0"/>
          <a:stretch/>
        </p:blipFill>
        <p:spPr>
          <a:xfrm>
            <a:off x="3646252" y="1607591"/>
            <a:ext cx="197504" cy="348924"/>
          </a:xfrm>
          <a:prstGeom prst="rect">
            <a:avLst/>
          </a:prstGeom>
          <a:noFill/>
          <a:ln>
            <a:noFill/>
          </a:ln>
        </p:spPr>
      </p:pic>
      <p:pic>
        <p:nvPicPr>
          <p:cNvPr id="492" name="Google Shape;492;p54"/>
          <p:cNvPicPr preferRelativeResize="0"/>
          <p:nvPr/>
        </p:nvPicPr>
        <p:blipFill rotWithShape="1">
          <a:blip r:embed="rId46">
            <a:alphaModFix/>
          </a:blip>
          <a:srcRect b="0" l="0" r="0" t="0"/>
          <a:stretch/>
        </p:blipFill>
        <p:spPr>
          <a:xfrm>
            <a:off x="4059928" y="1607591"/>
            <a:ext cx="256755" cy="348924"/>
          </a:xfrm>
          <a:prstGeom prst="rect">
            <a:avLst/>
          </a:prstGeom>
          <a:noFill/>
          <a:ln>
            <a:noFill/>
          </a:ln>
        </p:spPr>
      </p:pic>
      <p:pic>
        <p:nvPicPr>
          <p:cNvPr id="493" name="Google Shape;493;p54"/>
          <p:cNvPicPr preferRelativeResize="0"/>
          <p:nvPr/>
        </p:nvPicPr>
        <p:blipFill rotWithShape="1">
          <a:blip r:embed="rId47">
            <a:alphaModFix/>
          </a:blip>
          <a:srcRect b="0" l="0" r="0" t="0"/>
          <a:stretch/>
        </p:blipFill>
        <p:spPr>
          <a:xfrm>
            <a:off x="4545881" y="1653675"/>
            <a:ext cx="335757" cy="256755"/>
          </a:xfrm>
          <a:prstGeom prst="rect">
            <a:avLst/>
          </a:prstGeom>
          <a:noFill/>
          <a:ln>
            <a:noFill/>
          </a:ln>
        </p:spPr>
      </p:pic>
      <p:pic>
        <p:nvPicPr>
          <p:cNvPr id="494" name="Google Shape;494;p54"/>
          <p:cNvPicPr preferRelativeResize="0"/>
          <p:nvPr/>
        </p:nvPicPr>
        <p:blipFill rotWithShape="1">
          <a:blip r:embed="rId48">
            <a:alphaModFix/>
          </a:blip>
          <a:srcRect b="0" l="0" r="0" t="0"/>
          <a:stretch/>
        </p:blipFill>
        <p:spPr>
          <a:xfrm>
            <a:off x="5027353" y="1647092"/>
            <a:ext cx="309423" cy="269922"/>
          </a:xfrm>
          <a:prstGeom prst="rect">
            <a:avLst/>
          </a:prstGeom>
          <a:noFill/>
          <a:ln>
            <a:noFill/>
          </a:ln>
        </p:spPr>
      </p:pic>
      <p:pic>
        <p:nvPicPr>
          <p:cNvPr id="495" name="Google Shape;495;p54"/>
          <p:cNvPicPr preferRelativeResize="0"/>
          <p:nvPr/>
        </p:nvPicPr>
        <p:blipFill rotWithShape="1">
          <a:blip r:embed="rId49">
            <a:alphaModFix/>
          </a:blip>
          <a:srcRect b="0" l="0" r="0" t="0"/>
          <a:stretch/>
        </p:blipFill>
        <p:spPr>
          <a:xfrm>
            <a:off x="5567655" y="1637216"/>
            <a:ext cx="322590" cy="289673"/>
          </a:xfrm>
          <a:prstGeom prst="rect">
            <a:avLst/>
          </a:prstGeom>
          <a:noFill/>
          <a:ln>
            <a:noFill/>
          </a:ln>
        </p:spPr>
      </p:pic>
      <p:pic>
        <p:nvPicPr>
          <p:cNvPr id="496" name="Google Shape;496;p54"/>
          <p:cNvPicPr preferRelativeResize="0"/>
          <p:nvPr/>
        </p:nvPicPr>
        <p:blipFill rotWithShape="1">
          <a:blip r:embed="rId50">
            <a:alphaModFix/>
          </a:blip>
          <a:srcRect b="0" l="0" r="0" t="0"/>
          <a:stretch/>
        </p:blipFill>
        <p:spPr>
          <a:xfrm>
            <a:off x="6021109" y="1663549"/>
            <a:ext cx="309423" cy="237005"/>
          </a:xfrm>
          <a:prstGeom prst="rect">
            <a:avLst/>
          </a:prstGeom>
          <a:noFill/>
          <a:ln>
            <a:noFill/>
          </a:ln>
        </p:spPr>
      </p:pic>
      <p:pic>
        <p:nvPicPr>
          <p:cNvPr id="497" name="Google Shape;497;p54"/>
          <p:cNvPicPr preferRelativeResize="0"/>
          <p:nvPr/>
        </p:nvPicPr>
        <p:blipFill rotWithShape="1">
          <a:blip r:embed="rId51">
            <a:alphaModFix/>
          </a:blip>
          <a:srcRect b="0" l="0" r="0" t="0"/>
          <a:stretch/>
        </p:blipFill>
        <p:spPr>
          <a:xfrm>
            <a:off x="526582" y="2126720"/>
            <a:ext cx="302839" cy="302840"/>
          </a:xfrm>
          <a:prstGeom prst="rect">
            <a:avLst/>
          </a:prstGeom>
          <a:noFill/>
          <a:ln>
            <a:noFill/>
          </a:ln>
        </p:spPr>
      </p:pic>
      <p:pic>
        <p:nvPicPr>
          <p:cNvPr id="498" name="Google Shape;498;p54"/>
          <p:cNvPicPr preferRelativeResize="0"/>
          <p:nvPr/>
        </p:nvPicPr>
        <p:blipFill rotWithShape="1">
          <a:blip r:embed="rId52">
            <a:alphaModFix/>
          </a:blip>
          <a:srcRect b="0" l="0" r="0" t="0"/>
          <a:stretch/>
        </p:blipFill>
        <p:spPr>
          <a:xfrm>
            <a:off x="1008322" y="2149214"/>
            <a:ext cx="268825" cy="257853"/>
          </a:xfrm>
          <a:prstGeom prst="rect">
            <a:avLst/>
          </a:prstGeom>
          <a:noFill/>
          <a:ln>
            <a:noFill/>
          </a:ln>
        </p:spPr>
      </p:pic>
      <p:pic>
        <p:nvPicPr>
          <p:cNvPr id="499" name="Google Shape;499;p54"/>
          <p:cNvPicPr preferRelativeResize="0"/>
          <p:nvPr/>
        </p:nvPicPr>
        <p:blipFill rotWithShape="1">
          <a:blip r:embed="rId53">
            <a:alphaModFix/>
          </a:blip>
          <a:srcRect b="0" l="0" r="0" t="0"/>
          <a:stretch/>
        </p:blipFill>
        <p:spPr>
          <a:xfrm>
            <a:off x="1542263" y="2140985"/>
            <a:ext cx="230421" cy="274311"/>
          </a:xfrm>
          <a:prstGeom prst="rect">
            <a:avLst/>
          </a:prstGeom>
          <a:noFill/>
          <a:ln>
            <a:noFill/>
          </a:ln>
        </p:spPr>
      </p:pic>
      <p:pic>
        <p:nvPicPr>
          <p:cNvPr id="500" name="Google Shape;500;p54"/>
          <p:cNvPicPr preferRelativeResize="0"/>
          <p:nvPr/>
        </p:nvPicPr>
        <p:blipFill rotWithShape="1">
          <a:blip r:embed="rId54">
            <a:alphaModFix/>
          </a:blip>
          <a:srcRect b="0" l="0" r="0" t="0"/>
          <a:stretch/>
        </p:blipFill>
        <p:spPr>
          <a:xfrm>
            <a:off x="2008396" y="2127269"/>
            <a:ext cx="263338" cy="301743"/>
          </a:xfrm>
          <a:prstGeom prst="rect">
            <a:avLst/>
          </a:prstGeom>
          <a:noFill/>
          <a:ln>
            <a:noFill/>
          </a:ln>
        </p:spPr>
      </p:pic>
      <p:pic>
        <p:nvPicPr>
          <p:cNvPr id="501" name="Google Shape;501;p54"/>
          <p:cNvPicPr preferRelativeResize="0"/>
          <p:nvPr/>
        </p:nvPicPr>
        <p:blipFill rotWithShape="1">
          <a:blip r:embed="rId55">
            <a:alphaModFix/>
          </a:blip>
          <a:srcRect b="0" l="0" r="0" t="0"/>
          <a:stretch/>
        </p:blipFill>
        <p:spPr>
          <a:xfrm>
            <a:off x="2505065" y="2097095"/>
            <a:ext cx="342340" cy="362091"/>
          </a:xfrm>
          <a:prstGeom prst="rect">
            <a:avLst/>
          </a:prstGeom>
          <a:noFill/>
          <a:ln>
            <a:noFill/>
          </a:ln>
        </p:spPr>
      </p:pic>
      <p:pic>
        <p:nvPicPr>
          <p:cNvPr id="502" name="Google Shape;502;p54"/>
          <p:cNvPicPr preferRelativeResize="0"/>
          <p:nvPr/>
        </p:nvPicPr>
        <p:blipFill rotWithShape="1">
          <a:blip r:embed="rId56">
            <a:alphaModFix/>
          </a:blip>
          <a:srcRect b="0" l="0" r="0" t="0"/>
          <a:stretch/>
        </p:blipFill>
        <p:spPr>
          <a:xfrm>
            <a:off x="3000894" y="2126720"/>
            <a:ext cx="401592" cy="302840"/>
          </a:xfrm>
          <a:prstGeom prst="rect">
            <a:avLst/>
          </a:prstGeom>
          <a:noFill/>
          <a:ln>
            <a:noFill/>
          </a:ln>
        </p:spPr>
      </p:pic>
      <p:pic>
        <p:nvPicPr>
          <p:cNvPr id="503" name="Google Shape;503;p54"/>
          <p:cNvPicPr preferRelativeResize="0"/>
          <p:nvPr/>
        </p:nvPicPr>
        <p:blipFill rotWithShape="1">
          <a:blip r:embed="rId57">
            <a:alphaModFix/>
          </a:blip>
          <a:srcRect b="0" l="0" r="0" t="0"/>
          <a:stretch/>
        </p:blipFill>
        <p:spPr>
          <a:xfrm>
            <a:off x="3643508" y="2154700"/>
            <a:ext cx="202992" cy="246882"/>
          </a:xfrm>
          <a:prstGeom prst="rect">
            <a:avLst/>
          </a:prstGeom>
          <a:noFill/>
          <a:ln>
            <a:noFill/>
          </a:ln>
        </p:spPr>
      </p:pic>
      <p:pic>
        <p:nvPicPr>
          <p:cNvPr id="504" name="Google Shape;504;p54"/>
          <p:cNvPicPr preferRelativeResize="0"/>
          <p:nvPr/>
        </p:nvPicPr>
        <p:blipFill rotWithShape="1">
          <a:blip r:embed="rId58">
            <a:alphaModFix/>
          </a:blip>
          <a:srcRect b="0" l="0" r="0" t="0"/>
          <a:stretch/>
        </p:blipFill>
        <p:spPr>
          <a:xfrm>
            <a:off x="4018232" y="2198591"/>
            <a:ext cx="340146" cy="159101"/>
          </a:xfrm>
          <a:prstGeom prst="rect">
            <a:avLst/>
          </a:prstGeom>
          <a:noFill/>
          <a:ln>
            <a:noFill/>
          </a:ln>
        </p:spPr>
      </p:pic>
      <p:pic>
        <p:nvPicPr>
          <p:cNvPr id="505" name="Google Shape;505;p54"/>
          <p:cNvPicPr preferRelativeResize="0"/>
          <p:nvPr/>
        </p:nvPicPr>
        <p:blipFill rotWithShape="1">
          <a:blip r:embed="rId59">
            <a:alphaModFix/>
          </a:blip>
          <a:srcRect b="0" l="0" r="0" t="0"/>
          <a:stretch/>
        </p:blipFill>
        <p:spPr>
          <a:xfrm>
            <a:off x="4562888" y="2171159"/>
            <a:ext cx="301743" cy="213963"/>
          </a:xfrm>
          <a:prstGeom prst="rect">
            <a:avLst/>
          </a:prstGeom>
          <a:noFill/>
          <a:ln>
            <a:noFill/>
          </a:ln>
        </p:spPr>
      </p:pic>
      <p:pic>
        <p:nvPicPr>
          <p:cNvPr id="506" name="Google Shape;506;p54"/>
          <p:cNvPicPr preferRelativeResize="0"/>
          <p:nvPr/>
        </p:nvPicPr>
        <p:blipFill rotWithShape="1">
          <a:blip r:embed="rId60">
            <a:alphaModFix/>
          </a:blip>
          <a:srcRect b="0" l="0" r="0" t="0"/>
          <a:stretch/>
        </p:blipFill>
        <p:spPr>
          <a:xfrm>
            <a:off x="5042165" y="2138242"/>
            <a:ext cx="279798" cy="279798"/>
          </a:xfrm>
          <a:prstGeom prst="rect">
            <a:avLst/>
          </a:prstGeom>
          <a:noFill/>
          <a:ln>
            <a:noFill/>
          </a:ln>
        </p:spPr>
      </p:pic>
      <p:pic>
        <p:nvPicPr>
          <p:cNvPr id="507" name="Google Shape;507;p54"/>
          <p:cNvPicPr preferRelativeResize="0"/>
          <p:nvPr/>
        </p:nvPicPr>
        <p:blipFill rotWithShape="1">
          <a:blip r:embed="rId61">
            <a:alphaModFix/>
          </a:blip>
          <a:srcRect b="0" l="0" r="0" t="0"/>
          <a:stretch/>
        </p:blipFill>
        <p:spPr>
          <a:xfrm>
            <a:off x="5589051" y="2138242"/>
            <a:ext cx="279798" cy="279798"/>
          </a:xfrm>
          <a:prstGeom prst="rect">
            <a:avLst/>
          </a:prstGeom>
          <a:noFill/>
          <a:ln>
            <a:noFill/>
          </a:ln>
        </p:spPr>
      </p:pic>
      <p:pic>
        <p:nvPicPr>
          <p:cNvPr id="508" name="Google Shape;508;p54"/>
          <p:cNvPicPr preferRelativeResize="0"/>
          <p:nvPr/>
        </p:nvPicPr>
        <p:blipFill rotWithShape="1">
          <a:blip r:embed="rId62">
            <a:alphaModFix/>
          </a:blip>
          <a:srcRect b="0" l="0" r="0" t="0"/>
          <a:stretch/>
        </p:blipFill>
        <p:spPr>
          <a:xfrm>
            <a:off x="6046894" y="2130012"/>
            <a:ext cx="257853" cy="296256"/>
          </a:xfrm>
          <a:prstGeom prst="rect">
            <a:avLst/>
          </a:prstGeom>
          <a:noFill/>
          <a:ln>
            <a:noFill/>
          </a:ln>
        </p:spPr>
      </p:pic>
      <p:pic>
        <p:nvPicPr>
          <p:cNvPr id="509" name="Google Shape;509;p54"/>
          <p:cNvPicPr preferRelativeResize="0"/>
          <p:nvPr/>
        </p:nvPicPr>
        <p:blipFill rotWithShape="1">
          <a:blip r:embed="rId63">
            <a:alphaModFix/>
          </a:blip>
          <a:srcRect b="0" l="0" r="0" t="0"/>
          <a:stretch/>
        </p:blipFill>
        <p:spPr>
          <a:xfrm>
            <a:off x="538103" y="2673747"/>
            <a:ext cx="279798" cy="290771"/>
          </a:xfrm>
          <a:prstGeom prst="rect">
            <a:avLst/>
          </a:prstGeom>
          <a:noFill/>
          <a:ln>
            <a:noFill/>
          </a:ln>
        </p:spPr>
      </p:pic>
      <p:pic>
        <p:nvPicPr>
          <p:cNvPr id="510" name="Google Shape;510;p54"/>
          <p:cNvPicPr preferRelativeResize="0"/>
          <p:nvPr/>
        </p:nvPicPr>
        <p:blipFill rotWithShape="1">
          <a:blip r:embed="rId64">
            <a:alphaModFix/>
          </a:blip>
          <a:srcRect b="0" l="0" r="0" t="0"/>
          <a:stretch/>
        </p:blipFill>
        <p:spPr>
          <a:xfrm>
            <a:off x="1041239" y="2676489"/>
            <a:ext cx="202992" cy="285285"/>
          </a:xfrm>
          <a:prstGeom prst="rect">
            <a:avLst/>
          </a:prstGeom>
          <a:noFill/>
          <a:ln>
            <a:noFill/>
          </a:ln>
        </p:spPr>
      </p:pic>
      <p:pic>
        <p:nvPicPr>
          <p:cNvPr id="511" name="Google Shape;511;p54"/>
          <p:cNvPicPr preferRelativeResize="0"/>
          <p:nvPr/>
        </p:nvPicPr>
        <p:blipFill rotWithShape="1">
          <a:blip r:embed="rId65">
            <a:alphaModFix/>
          </a:blip>
          <a:srcRect b="0" l="0" r="0" t="0"/>
          <a:stretch/>
        </p:blipFill>
        <p:spPr>
          <a:xfrm>
            <a:off x="1506602" y="2668261"/>
            <a:ext cx="301743" cy="301743"/>
          </a:xfrm>
          <a:prstGeom prst="rect">
            <a:avLst/>
          </a:prstGeom>
          <a:noFill/>
          <a:ln>
            <a:noFill/>
          </a:ln>
        </p:spPr>
      </p:pic>
      <p:pic>
        <p:nvPicPr>
          <p:cNvPr id="512" name="Google Shape;512;p54"/>
          <p:cNvPicPr preferRelativeResize="0"/>
          <p:nvPr/>
        </p:nvPicPr>
        <p:blipFill rotWithShape="1">
          <a:blip r:embed="rId66">
            <a:alphaModFix/>
          </a:blip>
          <a:srcRect b="0" l="0" r="0" t="0"/>
          <a:stretch/>
        </p:blipFill>
        <p:spPr>
          <a:xfrm>
            <a:off x="1991936" y="2717636"/>
            <a:ext cx="296258" cy="202992"/>
          </a:xfrm>
          <a:prstGeom prst="rect">
            <a:avLst/>
          </a:prstGeom>
          <a:noFill/>
          <a:ln>
            <a:noFill/>
          </a:ln>
        </p:spPr>
      </p:pic>
      <p:pic>
        <p:nvPicPr>
          <p:cNvPr id="513" name="Google Shape;513;p54"/>
          <p:cNvPicPr preferRelativeResize="0"/>
          <p:nvPr/>
        </p:nvPicPr>
        <p:blipFill rotWithShape="1">
          <a:blip r:embed="rId67">
            <a:alphaModFix/>
          </a:blip>
          <a:srcRect b="0" l="0" r="0" t="0"/>
          <a:stretch/>
        </p:blipFill>
        <p:spPr>
          <a:xfrm>
            <a:off x="2550052" y="2692949"/>
            <a:ext cx="252366" cy="252366"/>
          </a:xfrm>
          <a:prstGeom prst="rect">
            <a:avLst/>
          </a:prstGeom>
          <a:noFill/>
          <a:ln>
            <a:noFill/>
          </a:ln>
        </p:spPr>
      </p:pic>
      <p:pic>
        <p:nvPicPr>
          <p:cNvPr id="514" name="Google Shape;514;p54"/>
          <p:cNvPicPr preferRelativeResize="0"/>
          <p:nvPr/>
        </p:nvPicPr>
        <p:blipFill rotWithShape="1">
          <a:blip r:embed="rId68">
            <a:alphaModFix/>
          </a:blip>
          <a:srcRect b="0" l="0" r="0" t="0"/>
          <a:stretch/>
        </p:blipFill>
        <p:spPr>
          <a:xfrm>
            <a:off x="3056305" y="2673747"/>
            <a:ext cx="290771" cy="290771"/>
          </a:xfrm>
          <a:prstGeom prst="rect">
            <a:avLst/>
          </a:prstGeom>
          <a:noFill/>
          <a:ln>
            <a:noFill/>
          </a:ln>
        </p:spPr>
      </p:pic>
      <p:pic>
        <p:nvPicPr>
          <p:cNvPr id="515" name="Google Shape;515;p54"/>
          <p:cNvPicPr preferRelativeResize="0"/>
          <p:nvPr/>
        </p:nvPicPr>
        <p:blipFill rotWithShape="1">
          <a:blip r:embed="rId69">
            <a:alphaModFix/>
          </a:blip>
          <a:srcRect b="0" l="0" r="0" t="0"/>
          <a:stretch/>
        </p:blipFill>
        <p:spPr>
          <a:xfrm>
            <a:off x="3599619" y="2692949"/>
            <a:ext cx="290771" cy="252366"/>
          </a:xfrm>
          <a:prstGeom prst="rect">
            <a:avLst/>
          </a:prstGeom>
          <a:noFill/>
          <a:ln>
            <a:noFill/>
          </a:ln>
        </p:spPr>
      </p:pic>
      <p:pic>
        <p:nvPicPr>
          <p:cNvPr id="516" name="Google Shape;516;p54"/>
          <p:cNvPicPr preferRelativeResize="0"/>
          <p:nvPr/>
        </p:nvPicPr>
        <p:blipFill rotWithShape="1">
          <a:blip r:embed="rId70">
            <a:alphaModFix/>
          </a:blip>
          <a:srcRect b="0" l="0" r="0" t="0"/>
          <a:stretch/>
        </p:blipFill>
        <p:spPr>
          <a:xfrm>
            <a:off x="4122470" y="2673748"/>
            <a:ext cx="131668" cy="290769"/>
          </a:xfrm>
          <a:prstGeom prst="rect">
            <a:avLst/>
          </a:prstGeom>
          <a:noFill/>
          <a:ln>
            <a:noFill/>
          </a:ln>
        </p:spPr>
      </p:pic>
      <p:pic>
        <p:nvPicPr>
          <p:cNvPr id="517" name="Google Shape;517;p54"/>
          <p:cNvPicPr preferRelativeResize="0"/>
          <p:nvPr/>
        </p:nvPicPr>
        <p:blipFill rotWithShape="1">
          <a:blip r:embed="rId71">
            <a:alphaModFix/>
          </a:blip>
          <a:srcRect b="0" l="0" r="0" t="0"/>
          <a:stretch/>
        </p:blipFill>
        <p:spPr>
          <a:xfrm>
            <a:off x="4568375" y="2673747"/>
            <a:ext cx="290771" cy="290771"/>
          </a:xfrm>
          <a:prstGeom prst="rect">
            <a:avLst/>
          </a:prstGeom>
          <a:noFill/>
          <a:ln>
            <a:noFill/>
          </a:ln>
        </p:spPr>
      </p:pic>
      <p:pic>
        <p:nvPicPr>
          <p:cNvPr id="518" name="Google Shape;518;p54"/>
          <p:cNvPicPr preferRelativeResize="0"/>
          <p:nvPr/>
        </p:nvPicPr>
        <p:blipFill rotWithShape="1">
          <a:blip r:embed="rId72">
            <a:alphaModFix/>
          </a:blip>
          <a:srcRect b="0" l="0" r="0" t="0"/>
          <a:stretch/>
        </p:blipFill>
        <p:spPr>
          <a:xfrm>
            <a:off x="5036679" y="2673747"/>
            <a:ext cx="290771" cy="290771"/>
          </a:xfrm>
          <a:prstGeom prst="rect">
            <a:avLst/>
          </a:prstGeom>
          <a:noFill/>
          <a:ln>
            <a:noFill/>
          </a:ln>
        </p:spPr>
      </p:pic>
      <p:pic>
        <p:nvPicPr>
          <p:cNvPr id="519" name="Google Shape;519;p54"/>
          <p:cNvPicPr preferRelativeResize="0"/>
          <p:nvPr/>
        </p:nvPicPr>
        <p:blipFill rotWithShape="1">
          <a:blip r:embed="rId73">
            <a:alphaModFix/>
          </a:blip>
          <a:srcRect b="0" l="0" r="0" t="0"/>
          <a:stretch/>
        </p:blipFill>
        <p:spPr>
          <a:xfrm>
            <a:off x="5605509" y="2690205"/>
            <a:ext cx="246882" cy="257854"/>
          </a:xfrm>
          <a:prstGeom prst="rect">
            <a:avLst/>
          </a:prstGeom>
          <a:noFill/>
          <a:ln>
            <a:noFill/>
          </a:ln>
        </p:spPr>
      </p:pic>
      <p:pic>
        <p:nvPicPr>
          <p:cNvPr id="520" name="Google Shape;520;p54"/>
          <p:cNvPicPr preferRelativeResize="0"/>
          <p:nvPr/>
        </p:nvPicPr>
        <p:blipFill rotWithShape="1">
          <a:blip r:embed="rId74">
            <a:alphaModFix/>
          </a:blip>
          <a:srcRect b="0" l="0" r="0" t="0"/>
          <a:stretch/>
        </p:blipFill>
        <p:spPr>
          <a:xfrm>
            <a:off x="6071582" y="2671003"/>
            <a:ext cx="208476" cy="296256"/>
          </a:xfrm>
          <a:prstGeom prst="rect">
            <a:avLst/>
          </a:prstGeom>
          <a:noFill/>
          <a:ln>
            <a:noFill/>
          </a:ln>
        </p:spPr>
      </p:pic>
      <p:pic>
        <p:nvPicPr>
          <p:cNvPr id="521" name="Google Shape;521;p54"/>
          <p:cNvPicPr preferRelativeResize="0"/>
          <p:nvPr/>
        </p:nvPicPr>
        <p:blipFill rotWithShape="1">
          <a:blip r:embed="rId75">
            <a:alphaModFix/>
          </a:blip>
          <a:srcRect b="0" l="0" r="0" t="0"/>
          <a:stretch/>
        </p:blipFill>
        <p:spPr>
          <a:xfrm>
            <a:off x="549625" y="3175357"/>
            <a:ext cx="256755" cy="322590"/>
          </a:xfrm>
          <a:prstGeom prst="rect">
            <a:avLst/>
          </a:prstGeom>
          <a:noFill/>
          <a:ln>
            <a:noFill/>
          </a:ln>
        </p:spPr>
      </p:pic>
      <p:pic>
        <p:nvPicPr>
          <p:cNvPr id="522" name="Google Shape;522;p54"/>
          <p:cNvPicPr preferRelativeResize="0"/>
          <p:nvPr/>
        </p:nvPicPr>
        <p:blipFill rotWithShape="1">
          <a:blip r:embed="rId76">
            <a:alphaModFix/>
          </a:blip>
          <a:srcRect b="0" l="0" r="0" t="0"/>
          <a:stretch/>
        </p:blipFill>
        <p:spPr>
          <a:xfrm>
            <a:off x="991314" y="3162191"/>
            <a:ext cx="302840" cy="348924"/>
          </a:xfrm>
          <a:prstGeom prst="rect">
            <a:avLst/>
          </a:prstGeom>
          <a:noFill/>
          <a:ln>
            <a:noFill/>
          </a:ln>
        </p:spPr>
      </p:pic>
      <p:pic>
        <p:nvPicPr>
          <p:cNvPr id="523" name="Google Shape;523;p54"/>
          <p:cNvPicPr preferRelativeResize="0"/>
          <p:nvPr/>
        </p:nvPicPr>
        <p:blipFill rotWithShape="1">
          <a:blip r:embed="rId77">
            <a:alphaModFix/>
          </a:blip>
          <a:srcRect b="0" l="0" r="0" t="0"/>
          <a:stretch/>
        </p:blipFill>
        <p:spPr>
          <a:xfrm>
            <a:off x="1509345" y="3165482"/>
            <a:ext cx="296257" cy="342341"/>
          </a:xfrm>
          <a:prstGeom prst="rect">
            <a:avLst/>
          </a:prstGeom>
          <a:noFill/>
          <a:ln>
            <a:noFill/>
          </a:ln>
        </p:spPr>
      </p:pic>
      <p:pic>
        <p:nvPicPr>
          <p:cNvPr id="524" name="Google Shape;524;p54"/>
          <p:cNvPicPr preferRelativeResize="0"/>
          <p:nvPr/>
        </p:nvPicPr>
        <p:blipFill rotWithShape="1">
          <a:blip r:embed="rId78">
            <a:alphaModFix/>
          </a:blip>
          <a:srcRect b="0" l="0" r="0" t="0"/>
          <a:stretch/>
        </p:blipFill>
        <p:spPr>
          <a:xfrm>
            <a:off x="1968895" y="3165482"/>
            <a:ext cx="342340" cy="342341"/>
          </a:xfrm>
          <a:prstGeom prst="rect">
            <a:avLst/>
          </a:prstGeom>
          <a:noFill/>
          <a:ln>
            <a:noFill/>
          </a:ln>
        </p:spPr>
      </p:pic>
      <p:pic>
        <p:nvPicPr>
          <p:cNvPr id="525" name="Google Shape;525;p54"/>
          <p:cNvPicPr preferRelativeResize="0"/>
          <p:nvPr/>
        </p:nvPicPr>
        <p:blipFill rotWithShape="1">
          <a:blip r:embed="rId79">
            <a:alphaModFix/>
          </a:blip>
          <a:srcRect b="0" l="0" r="0" t="0"/>
          <a:stretch/>
        </p:blipFill>
        <p:spPr>
          <a:xfrm>
            <a:off x="2508357" y="3178649"/>
            <a:ext cx="335757" cy="316007"/>
          </a:xfrm>
          <a:prstGeom prst="rect">
            <a:avLst/>
          </a:prstGeom>
          <a:noFill/>
          <a:ln>
            <a:noFill/>
          </a:ln>
        </p:spPr>
      </p:pic>
      <p:pic>
        <p:nvPicPr>
          <p:cNvPr id="526" name="Google Shape;526;p54"/>
          <p:cNvPicPr preferRelativeResize="0"/>
          <p:nvPr/>
        </p:nvPicPr>
        <p:blipFill rotWithShape="1">
          <a:blip r:embed="rId80">
            <a:alphaModFix/>
          </a:blip>
          <a:srcRect b="0" l="0" r="0" t="0"/>
          <a:stretch/>
        </p:blipFill>
        <p:spPr>
          <a:xfrm>
            <a:off x="3034360" y="3174809"/>
            <a:ext cx="334661" cy="323688"/>
          </a:xfrm>
          <a:prstGeom prst="rect">
            <a:avLst/>
          </a:prstGeom>
          <a:noFill/>
          <a:ln>
            <a:noFill/>
          </a:ln>
        </p:spPr>
      </p:pic>
      <p:pic>
        <p:nvPicPr>
          <p:cNvPr id="527" name="Google Shape;527;p54"/>
          <p:cNvPicPr preferRelativeResize="0"/>
          <p:nvPr/>
        </p:nvPicPr>
        <p:blipFill rotWithShape="1">
          <a:blip r:embed="rId81">
            <a:alphaModFix/>
          </a:blip>
          <a:srcRect b="0" l="0" r="0" t="0"/>
          <a:stretch/>
        </p:blipFill>
        <p:spPr>
          <a:xfrm>
            <a:off x="3618820" y="3174809"/>
            <a:ext cx="252368" cy="323688"/>
          </a:xfrm>
          <a:prstGeom prst="rect">
            <a:avLst/>
          </a:prstGeom>
          <a:noFill/>
          <a:ln>
            <a:noFill/>
          </a:ln>
        </p:spPr>
      </p:pic>
      <p:pic>
        <p:nvPicPr>
          <p:cNvPr id="528" name="Google Shape;528;p54"/>
          <p:cNvPicPr preferRelativeResize="0"/>
          <p:nvPr/>
        </p:nvPicPr>
        <p:blipFill rotWithShape="1">
          <a:blip r:embed="rId82">
            <a:alphaModFix/>
          </a:blip>
          <a:srcRect b="0" l="0" r="0" t="0"/>
          <a:stretch/>
        </p:blipFill>
        <p:spPr>
          <a:xfrm>
            <a:off x="4020975" y="3185781"/>
            <a:ext cx="334661" cy="301743"/>
          </a:xfrm>
          <a:prstGeom prst="rect">
            <a:avLst/>
          </a:prstGeom>
          <a:noFill/>
          <a:ln>
            <a:noFill/>
          </a:ln>
        </p:spPr>
      </p:pic>
      <p:pic>
        <p:nvPicPr>
          <p:cNvPr id="529" name="Google Shape;529;p54"/>
          <p:cNvPicPr preferRelativeResize="0"/>
          <p:nvPr/>
        </p:nvPicPr>
        <p:blipFill rotWithShape="1">
          <a:blip r:embed="rId83">
            <a:alphaModFix/>
          </a:blip>
          <a:srcRect b="0" l="0" r="0" t="0"/>
          <a:stretch/>
        </p:blipFill>
        <p:spPr>
          <a:xfrm>
            <a:off x="4562888" y="3174809"/>
            <a:ext cx="301743" cy="323688"/>
          </a:xfrm>
          <a:prstGeom prst="rect">
            <a:avLst/>
          </a:prstGeom>
          <a:noFill/>
          <a:ln>
            <a:noFill/>
          </a:ln>
        </p:spPr>
      </p:pic>
      <p:pic>
        <p:nvPicPr>
          <p:cNvPr id="530" name="Google Shape;530;p54"/>
          <p:cNvPicPr preferRelativeResize="0"/>
          <p:nvPr/>
        </p:nvPicPr>
        <p:blipFill rotWithShape="1">
          <a:blip r:embed="rId84">
            <a:alphaModFix/>
          </a:blip>
          <a:srcRect b="0" l="0" r="0" t="0"/>
          <a:stretch/>
        </p:blipFill>
        <p:spPr>
          <a:xfrm>
            <a:off x="5028449" y="3191267"/>
            <a:ext cx="307229" cy="290771"/>
          </a:xfrm>
          <a:prstGeom prst="rect">
            <a:avLst/>
          </a:prstGeom>
          <a:noFill/>
          <a:ln>
            <a:noFill/>
          </a:ln>
        </p:spPr>
      </p:pic>
      <p:pic>
        <p:nvPicPr>
          <p:cNvPr id="531" name="Google Shape;531;p54"/>
          <p:cNvPicPr preferRelativeResize="0"/>
          <p:nvPr/>
        </p:nvPicPr>
        <p:blipFill rotWithShape="1">
          <a:blip r:embed="rId85">
            <a:alphaModFix/>
          </a:blip>
          <a:srcRect b="0" l="0" r="0" t="0"/>
          <a:stretch/>
        </p:blipFill>
        <p:spPr>
          <a:xfrm>
            <a:off x="5570863" y="3185780"/>
            <a:ext cx="290772" cy="301744"/>
          </a:xfrm>
          <a:prstGeom prst="rect">
            <a:avLst/>
          </a:prstGeom>
          <a:noFill/>
          <a:ln>
            <a:noFill/>
          </a:ln>
        </p:spPr>
      </p:pic>
      <p:pic>
        <p:nvPicPr>
          <p:cNvPr id="532" name="Google Shape;532;p54"/>
          <p:cNvPicPr preferRelativeResize="0"/>
          <p:nvPr/>
        </p:nvPicPr>
        <p:blipFill rotWithShape="1">
          <a:blip r:embed="rId86">
            <a:alphaModFix/>
          </a:blip>
          <a:srcRect b="0" l="0" r="0" t="0"/>
          <a:stretch/>
        </p:blipFill>
        <p:spPr>
          <a:xfrm>
            <a:off x="6003004" y="3246130"/>
            <a:ext cx="345633" cy="181046"/>
          </a:xfrm>
          <a:prstGeom prst="rect">
            <a:avLst/>
          </a:prstGeom>
          <a:noFill/>
          <a:ln>
            <a:noFill/>
          </a:ln>
        </p:spPr>
      </p:pic>
      <p:pic>
        <p:nvPicPr>
          <p:cNvPr id="533" name="Google Shape;533;p54"/>
          <p:cNvPicPr preferRelativeResize="0"/>
          <p:nvPr/>
        </p:nvPicPr>
        <p:blipFill rotWithShape="1">
          <a:blip r:embed="rId87">
            <a:alphaModFix/>
          </a:blip>
          <a:srcRect b="0" l="0" r="0" t="0"/>
          <a:stretch/>
        </p:blipFill>
        <p:spPr>
          <a:xfrm>
            <a:off x="581993" y="3737810"/>
            <a:ext cx="192018" cy="263339"/>
          </a:xfrm>
          <a:prstGeom prst="rect">
            <a:avLst/>
          </a:prstGeom>
          <a:noFill/>
          <a:ln>
            <a:noFill/>
          </a:ln>
        </p:spPr>
      </p:pic>
      <p:pic>
        <p:nvPicPr>
          <p:cNvPr id="534" name="Google Shape;534;p54"/>
          <p:cNvPicPr preferRelativeResize="0"/>
          <p:nvPr/>
        </p:nvPicPr>
        <p:blipFill rotWithShape="1">
          <a:blip r:embed="rId88">
            <a:alphaModFix/>
          </a:blip>
          <a:srcRect b="0" l="0" r="0" t="0"/>
          <a:stretch/>
        </p:blipFill>
        <p:spPr>
          <a:xfrm>
            <a:off x="997349" y="3724094"/>
            <a:ext cx="290771" cy="290771"/>
          </a:xfrm>
          <a:prstGeom prst="rect">
            <a:avLst/>
          </a:prstGeom>
          <a:noFill/>
          <a:ln>
            <a:noFill/>
          </a:ln>
        </p:spPr>
      </p:pic>
      <p:pic>
        <p:nvPicPr>
          <p:cNvPr id="535" name="Google Shape;535;p54"/>
          <p:cNvPicPr preferRelativeResize="0"/>
          <p:nvPr/>
        </p:nvPicPr>
        <p:blipFill rotWithShape="1">
          <a:blip r:embed="rId89">
            <a:alphaModFix/>
          </a:blip>
          <a:srcRect b="0" l="0" r="0" t="0"/>
          <a:stretch/>
        </p:blipFill>
        <p:spPr>
          <a:xfrm>
            <a:off x="1520318" y="3732323"/>
            <a:ext cx="274311" cy="274311"/>
          </a:xfrm>
          <a:prstGeom prst="rect">
            <a:avLst/>
          </a:prstGeom>
          <a:noFill/>
          <a:ln>
            <a:noFill/>
          </a:ln>
        </p:spPr>
      </p:pic>
      <p:pic>
        <p:nvPicPr>
          <p:cNvPr id="536" name="Google Shape;536;p54"/>
          <p:cNvPicPr preferRelativeResize="0"/>
          <p:nvPr/>
        </p:nvPicPr>
        <p:blipFill rotWithShape="1">
          <a:blip r:embed="rId90">
            <a:alphaModFix/>
          </a:blip>
          <a:srcRect b="0" l="0" r="0" t="0"/>
          <a:stretch/>
        </p:blipFill>
        <p:spPr>
          <a:xfrm>
            <a:off x="2027597" y="3735066"/>
            <a:ext cx="224937" cy="268827"/>
          </a:xfrm>
          <a:prstGeom prst="rect">
            <a:avLst/>
          </a:prstGeom>
          <a:noFill/>
          <a:ln>
            <a:noFill/>
          </a:ln>
        </p:spPr>
      </p:pic>
      <p:pic>
        <p:nvPicPr>
          <p:cNvPr id="537" name="Google Shape;537;p54"/>
          <p:cNvPicPr preferRelativeResize="0"/>
          <p:nvPr/>
        </p:nvPicPr>
        <p:blipFill rotWithShape="1">
          <a:blip r:embed="rId91">
            <a:alphaModFix/>
          </a:blip>
          <a:srcRect b="0" l="0" r="0" t="0"/>
          <a:stretch/>
        </p:blipFill>
        <p:spPr>
          <a:xfrm>
            <a:off x="2604914" y="3724094"/>
            <a:ext cx="142642" cy="290771"/>
          </a:xfrm>
          <a:prstGeom prst="rect">
            <a:avLst/>
          </a:prstGeom>
          <a:noFill/>
          <a:ln>
            <a:noFill/>
          </a:ln>
        </p:spPr>
      </p:pic>
      <p:pic>
        <p:nvPicPr>
          <p:cNvPr id="538" name="Google Shape;538;p54"/>
          <p:cNvPicPr preferRelativeResize="0"/>
          <p:nvPr/>
        </p:nvPicPr>
        <p:blipFill rotWithShape="1">
          <a:blip r:embed="rId92">
            <a:alphaModFix/>
          </a:blip>
          <a:srcRect b="0" l="0" r="0" t="0"/>
          <a:stretch/>
        </p:blipFill>
        <p:spPr>
          <a:xfrm>
            <a:off x="3064534" y="3737810"/>
            <a:ext cx="274311" cy="263339"/>
          </a:xfrm>
          <a:prstGeom prst="rect">
            <a:avLst/>
          </a:prstGeom>
          <a:noFill/>
          <a:ln>
            <a:noFill/>
          </a:ln>
        </p:spPr>
      </p:pic>
      <p:pic>
        <p:nvPicPr>
          <p:cNvPr id="539" name="Google Shape;539;p54"/>
          <p:cNvPicPr preferRelativeResize="0"/>
          <p:nvPr/>
        </p:nvPicPr>
        <p:blipFill rotWithShape="1">
          <a:blip r:embed="rId93">
            <a:alphaModFix/>
          </a:blip>
          <a:srcRect b="0" l="0" r="0" t="0"/>
          <a:stretch/>
        </p:blipFill>
        <p:spPr>
          <a:xfrm>
            <a:off x="3605105" y="3751525"/>
            <a:ext cx="279798" cy="235908"/>
          </a:xfrm>
          <a:prstGeom prst="rect">
            <a:avLst/>
          </a:prstGeom>
          <a:noFill/>
          <a:ln>
            <a:noFill/>
          </a:ln>
        </p:spPr>
      </p:pic>
      <p:pic>
        <p:nvPicPr>
          <p:cNvPr id="540" name="Google Shape;540;p54"/>
          <p:cNvPicPr preferRelativeResize="0"/>
          <p:nvPr/>
        </p:nvPicPr>
        <p:blipFill rotWithShape="1">
          <a:blip r:embed="rId94">
            <a:alphaModFix/>
          </a:blip>
          <a:srcRect b="0" l="0" r="0" t="0"/>
          <a:stretch/>
        </p:blipFill>
        <p:spPr>
          <a:xfrm>
            <a:off x="4067608" y="3735067"/>
            <a:ext cx="241393" cy="268825"/>
          </a:xfrm>
          <a:prstGeom prst="rect">
            <a:avLst/>
          </a:prstGeom>
          <a:noFill/>
          <a:ln>
            <a:noFill/>
          </a:ln>
        </p:spPr>
      </p:pic>
      <p:pic>
        <p:nvPicPr>
          <p:cNvPr id="541" name="Google Shape;541;p54"/>
          <p:cNvPicPr preferRelativeResize="0"/>
          <p:nvPr/>
        </p:nvPicPr>
        <p:blipFill rotWithShape="1">
          <a:blip r:embed="rId95">
            <a:alphaModFix/>
          </a:blip>
          <a:srcRect b="0" l="0" r="0" t="0"/>
          <a:stretch/>
        </p:blipFill>
        <p:spPr>
          <a:xfrm>
            <a:off x="4612264" y="3737809"/>
            <a:ext cx="202992" cy="263340"/>
          </a:xfrm>
          <a:prstGeom prst="rect">
            <a:avLst/>
          </a:prstGeom>
          <a:noFill/>
          <a:ln>
            <a:noFill/>
          </a:ln>
        </p:spPr>
      </p:pic>
      <p:pic>
        <p:nvPicPr>
          <p:cNvPr id="542" name="Google Shape;542;p54"/>
          <p:cNvPicPr preferRelativeResize="0"/>
          <p:nvPr/>
        </p:nvPicPr>
        <p:blipFill rotWithShape="1">
          <a:blip r:embed="rId96">
            <a:alphaModFix/>
          </a:blip>
          <a:srcRect b="0" l="0" r="0" t="0"/>
          <a:stretch/>
        </p:blipFill>
        <p:spPr>
          <a:xfrm>
            <a:off x="5053138" y="3759755"/>
            <a:ext cx="257853" cy="219449"/>
          </a:xfrm>
          <a:prstGeom prst="rect">
            <a:avLst/>
          </a:prstGeom>
          <a:noFill/>
          <a:ln>
            <a:noFill/>
          </a:ln>
        </p:spPr>
      </p:pic>
      <p:pic>
        <p:nvPicPr>
          <p:cNvPr id="543" name="Google Shape;543;p54"/>
          <p:cNvPicPr preferRelativeResize="0"/>
          <p:nvPr/>
        </p:nvPicPr>
        <p:blipFill rotWithShape="1">
          <a:blip r:embed="rId97">
            <a:alphaModFix/>
          </a:blip>
          <a:srcRect b="0" l="0" r="0" t="0"/>
          <a:stretch/>
        </p:blipFill>
        <p:spPr>
          <a:xfrm>
            <a:off x="5583565" y="3724094"/>
            <a:ext cx="290771" cy="290771"/>
          </a:xfrm>
          <a:prstGeom prst="rect">
            <a:avLst/>
          </a:prstGeom>
          <a:noFill/>
          <a:ln>
            <a:noFill/>
          </a:ln>
        </p:spPr>
      </p:pic>
      <p:pic>
        <p:nvPicPr>
          <p:cNvPr id="544" name="Google Shape;544;p54"/>
          <p:cNvPicPr preferRelativeResize="0"/>
          <p:nvPr/>
        </p:nvPicPr>
        <p:blipFill rotWithShape="1">
          <a:blip r:embed="rId98">
            <a:alphaModFix/>
          </a:blip>
          <a:srcRect b="0" l="0" r="0" t="0"/>
          <a:stretch/>
        </p:blipFill>
        <p:spPr>
          <a:xfrm>
            <a:off x="6052380" y="3743296"/>
            <a:ext cx="246881" cy="25236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3F3F"/>
        </a:solidFill>
      </p:bgPr>
    </p:bg>
    <p:spTree>
      <p:nvGrpSpPr>
        <p:cNvPr id="548" name="Shape 548"/>
        <p:cNvGrpSpPr/>
        <p:nvPr/>
      </p:nvGrpSpPr>
      <p:grpSpPr>
        <a:xfrm>
          <a:off x="0" y="0"/>
          <a:ext cx="0" cy="0"/>
          <a:chOff x="0" y="0"/>
          <a:chExt cx="0" cy="0"/>
        </a:xfrm>
      </p:grpSpPr>
      <p:sp>
        <p:nvSpPr>
          <p:cNvPr id="549" name="Google Shape;549;p55"/>
          <p:cNvSpPr txBox="1"/>
          <p:nvPr/>
        </p:nvSpPr>
        <p:spPr>
          <a:xfrm>
            <a:off x="6751996" y="2741342"/>
            <a:ext cx="1671477"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ko" sz="2100">
                <a:solidFill>
                  <a:schemeClr val="lt1"/>
                </a:solidFill>
                <a:latin typeface="Poppins SemiBold"/>
                <a:ea typeface="Poppins SemiBold"/>
                <a:cs typeface="Poppins SemiBold"/>
                <a:sym typeface="Poppins SemiBold"/>
              </a:rPr>
              <a:t>Icon</a:t>
            </a:r>
            <a:endParaRPr sz="1100"/>
          </a:p>
        </p:txBody>
      </p:sp>
      <p:sp>
        <p:nvSpPr>
          <p:cNvPr id="550" name="Google Shape;550;p55"/>
          <p:cNvSpPr txBox="1"/>
          <p:nvPr/>
        </p:nvSpPr>
        <p:spPr>
          <a:xfrm>
            <a:off x="6796468" y="3179325"/>
            <a:ext cx="1967043" cy="120032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ko" sz="1100">
                <a:solidFill>
                  <a:schemeClr val="lt1"/>
                </a:solidFill>
                <a:latin typeface="Poppins Light"/>
                <a:ea typeface="Poppins Light"/>
                <a:cs typeface="Poppins Light"/>
                <a:sym typeface="Poppins Light"/>
              </a:rPr>
              <a:t>You can resize these icons keeping the quality.</a:t>
            </a:r>
            <a:endParaRPr sz="1100"/>
          </a:p>
          <a:p>
            <a:pPr indent="0" lvl="0" marL="0" marR="0" rtl="0" algn="l">
              <a:spcBef>
                <a:spcPts val="0"/>
              </a:spcBef>
              <a:spcAft>
                <a:spcPts val="0"/>
              </a:spcAft>
              <a:buNone/>
            </a:pPr>
            <a:r>
              <a:t/>
            </a:r>
            <a:endParaRPr sz="1100">
              <a:solidFill>
                <a:schemeClr val="lt1"/>
              </a:solidFill>
              <a:latin typeface="Poppins Light"/>
              <a:ea typeface="Poppins Light"/>
              <a:cs typeface="Poppins Light"/>
              <a:sym typeface="Poppins Light"/>
            </a:endParaRPr>
          </a:p>
          <a:p>
            <a:pPr indent="0" lvl="0" marL="0" marR="0" rtl="0" algn="l">
              <a:spcBef>
                <a:spcPts val="0"/>
              </a:spcBef>
              <a:spcAft>
                <a:spcPts val="0"/>
              </a:spcAft>
              <a:buNone/>
            </a:pPr>
            <a:r>
              <a:rPr lang="ko" sz="1100">
                <a:solidFill>
                  <a:schemeClr val="lt1"/>
                </a:solidFill>
                <a:latin typeface="Poppins Light"/>
                <a:ea typeface="Poppins Light"/>
                <a:cs typeface="Poppins Light"/>
                <a:sym typeface="Poppins Light"/>
              </a:rPr>
              <a:t>You can change the stroke and fill color; just select the icon and click on the paint bucket/pen.</a:t>
            </a:r>
            <a:endParaRPr sz="1100"/>
          </a:p>
        </p:txBody>
      </p:sp>
      <p:pic>
        <p:nvPicPr>
          <p:cNvPr id="551" name="Google Shape;551;p55"/>
          <p:cNvPicPr preferRelativeResize="0"/>
          <p:nvPr/>
        </p:nvPicPr>
        <p:blipFill rotWithShape="1">
          <a:blip r:embed="rId3">
            <a:alphaModFix/>
          </a:blip>
          <a:srcRect b="0" l="0" r="0" t="0"/>
          <a:stretch/>
        </p:blipFill>
        <p:spPr>
          <a:xfrm>
            <a:off x="510907" y="590028"/>
            <a:ext cx="334189" cy="253338"/>
          </a:xfrm>
          <a:prstGeom prst="rect">
            <a:avLst/>
          </a:prstGeom>
          <a:noFill/>
          <a:ln>
            <a:noFill/>
          </a:ln>
        </p:spPr>
      </p:pic>
      <p:pic>
        <p:nvPicPr>
          <p:cNvPr id="552" name="Google Shape;552;p55"/>
          <p:cNvPicPr preferRelativeResize="0"/>
          <p:nvPr/>
        </p:nvPicPr>
        <p:blipFill rotWithShape="1">
          <a:blip r:embed="rId4">
            <a:alphaModFix/>
          </a:blip>
          <a:srcRect b="0" l="0" r="0" t="0"/>
          <a:stretch/>
        </p:blipFill>
        <p:spPr>
          <a:xfrm>
            <a:off x="979218" y="592723"/>
            <a:ext cx="291067" cy="247947"/>
          </a:xfrm>
          <a:prstGeom prst="rect">
            <a:avLst/>
          </a:prstGeom>
          <a:noFill/>
          <a:ln>
            <a:noFill/>
          </a:ln>
        </p:spPr>
      </p:pic>
      <p:pic>
        <p:nvPicPr>
          <p:cNvPr id="553" name="Google Shape;553;p55"/>
          <p:cNvPicPr preferRelativeResize="0"/>
          <p:nvPr/>
        </p:nvPicPr>
        <p:blipFill rotWithShape="1">
          <a:blip r:embed="rId5">
            <a:alphaModFix/>
          </a:blip>
          <a:srcRect b="0" l="0" r="0" t="0"/>
          <a:stretch/>
        </p:blipFill>
        <p:spPr>
          <a:xfrm>
            <a:off x="1503984" y="571162"/>
            <a:ext cx="328800" cy="291069"/>
          </a:xfrm>
          <a:prstGeom prst="rect">
            <a:avLst/>
          </a:prstGeom>
          <a:noFill/>
          <a:ln>
            <a:noFill/>
          </a:ln>
        </p:spPr>
      </p:pic>
      <p:pic>
        <p:nvPicPr>
          <p:cNvPr id="554" name="Google Shape;554;p55"/>
          <p:cNvPicPr preferRelativeResize="0"/>
          <p:nvPr/>
        </p:nvPicPr>
        <p:blipFill rotWithShape="1">
          <a:blip r:embed="rId6">
            <a:alphaModFix/>
          </a:blip>
          <a:srcRect b="0" l="0" r="0" t="0"/>
          <a:stretch/>
        </p:blipFill>
        <p:spPr>
          <a:xfrm>
            <a:off x="1969123" y="565772"/>
            <a:ext cx="285679" cy="301849"/>
          </a:xfrm>
          <a:prstGeom prst="rect">
            <a:avLst/>
          </a:prstGeom>
          <a:noFill/>
          <a:ln>
            <a:noFill/>
          </a:ln>
        </p:spPr>
      </p:pic>
      <p:pic>
        <p:nvPicPr>
          <p:cNvPr id="555" name="Google Shape;555;p55"/>
          <p:cNvPicPr preferRelativeResize="0"/>
          <p:nvPr/>
        </p:nvPicPr>
        <p:blipFill rotWithShape="1">
          <a:blip r:embed="rId7">
            <a:alphaModFix/>
          </a:blip>
          <a:srcRect b="0" l="0" r="0" t="0"/>
          <a:stretch/>
        </p:blipFill>
        <p:spPr>
          <a:xfrm>
            <a:off x="2466420" y="563078"/>
            <a:ext cx="328800" cy="307239"/>
          </a:xfrm>
          <a:prstGeom prst="rect">
            <a:avLst/>
          </a:prstGeom>
          <a:noFill/>
          <a:ln>
            <a:noFill/>
          </a:ln>
        </p:spPr>
      </p:pic>
      <p:pic>
        <p:nvPicPr>
          <p:cNvPr id="556" name="Google Shape;556;p55"/>
          <p:cNvPicPr preferRelativeResize="0"/>
          <p:nvPr/>
        </p:nvPicPr>
        <p:blipFill rotWithShape="1">
          <a:blip r:embed="rId8">
            <a:alphaModFix/>
          </a:blip>
          <a:srcRect b="0" l="0" r="0" t="0"/>
          <a:stretch/>
        </p:blipFill>
        <p:spPr>
          <a:xfrm>
            <a:off x="2959211" y="552297"/>
            <a:ext cx="318019" cy="328800"/>
          </a:xfrm>
          <a:prstGeom prst="rect">
            <a:avLst/>
          </a:prstGeom>
          <a:noFill/>
          <a:ln>
            <a:noFill/>
          </a:ln>
        </p:spPr>
      </p:pic>
      <p:pic>
        <p:nvPicPr>
          <p:cNvPr id="557" name="Google Shape;557;p55"/>
          <p:cNvPicPr preferRelativeResize="0"/>
          <p:nvPr/>
        </p:nvPicPr>
        <p:blipFill rotWithShape="1">
          <a:blip r:embed="rId9">
            <a:alphaModFix/>
          </a:blip>
          <a:srcRect b="0" l="0" r="0" t="0"/>
          <a:stretch/>
        </p:blipFill>
        <p:spPr>
          <a:xfrm>
            <a:off x="3585179" y="587333"/>
            <a:ext cx="291068" cy="258726"/>
          </a:xfrm>
          <a:prstGeom prst="rect">
            <a:avLst/>
          </a:prstGeom>
          <a:noFill/>
          <a:ln>
            <a:noFill/>
          </a:ln>
        </p:spPr>
      </p:pic>
      <p:pic>
        <p:nvPicPr>
          <p:cNvPr id="558" name="Google Shape;558;p55"/>
          <p:cNvPicPr preferRelativeResize="0"/>
          <p:nvPr/>
        </p:nvPicPr>
        <p:blipFill rotWithShape="1">
          <a:blip r:embed="rId10">
            <a:alphaModFix/>
          </a:blip>
          <a:srcRect b="0" l="0" r="0" t="0"/>
          <a:stretch/>
        </p:blipFill>
        <p:spPr>
          <a:xfrm>
            <a:off x="4102286" y="573858"/>
            <a:ext cx="220996" cy="285678"/>
          </a:xfrm>
          <a:prstGeom prst="rect">
            <a:avLst/>
          </a:prstGeom>
          <a:noFill/>
          <a:ln>
            <a:noFill/>
          </a:ln>
        </p:spPr>
      </p:pic>
      <p:pic>
        <p:nvPicPr>
          <p:cNvPr id="559" name="Google Shape;559;p55"/>
          <p:cNvPicPr preferRelativeResize="0"/>
          <p:nvPr/>
        </p:nvPicPr>
        <p:blipFill rotWithShape="1">
          <a:blip r:embed="rId11">
            <a:alphaModFix/>
          </a:blip>
          <a:srcRect b="0" l="0" r="0" t="0"/>
          <a:stretch/>
        </p:blipFill>
        <p:spPr>
          <a:xfrm>
            <a:off x="4542407" y="598113"/>
            <a:ext cx="264118" cy="237167"/>
          </a:xfrm>
          <a:prstGeom prst="rect">
            <a:avLst/>
          </a:prstGeom>
          <a:noFill/>
          <a:ln>
            <a:noFill/>
          </a:ln>
        </p:spPr>
      </p:pic>
      <p:pic>
        <p:nvPicPr>
          <p:cNvPr id="560" name="Google Shape;560;p55"/>
          <p:cNvPicPr preferRelativeResize="0"/>
          <p:nvPr/>
        </p:nvPicPr>
        <p:blipFill rotWithShape="1">
          <a:blip r:embed="rId12">
            <a:alphaModFix/>
          </a:blip>
          <a:srcRect b="0" l="0" r="0" t="0"/>
          <a:stretch/>
        </p:blipFill>
        <p:spPr>
          <a:xfrm>
            <a:off x="5071901" y="576552"/>
            <a:ext cx="199437" cy="280288"/>
          </a:xfrm>
          <a:prstGeom prst="rect">
            <a:avLst/>
          </a:prstGeom>
          <a:noFill/>
          <a:ln>
            <a:noFill/>
          </a:ln>
        </p:spPr>
      </p:pic>
      <p:pic>
        <p:nvPicPr>
          <p:cNvPr id="561" name="Google Shape;561;p55"/>
          <p:cNvPicPr preferRelativeResize="0"/>
          <p:nvPr/>
        </p:nvPicPr>
        <p:blipFill rotWithShape="1">
          <a:blip r:embed="rId13">
            <a:alphaModFix/>
          </a:blip>
          <a:srcRect b="0" l="0" r="0" t="0"/>
          <a:stretch/>
        </p:blipFill>
        <p:spPr>
          <a:xfrm>
            <a:off x="5545608" y="616979"/>
            <a:ext cx="334189" cy="199435"/>
          </a:xfrm>
          <a:prstGeom prst="rect">
            <a:avLst/>
          </a:prstGeom>
          <a:noFill/>
          <a:ln>
            <a:noFill/>
          </a:ln>
        </p:spPr>
      </p:pic>
      <p:pic>
        <p:nvPicPr>
          <p:cNvPr id="562" name="Google Shape;562;p55"/>
          <p:cNvPicPr preferRelativeResize="0"/>
          <p:nvPr/>
        </p:nvPicPr>
        <p:blipFill rotWithShape="1">
          <a:blip r:embed="rId14">
            <a:alphaModFix/>
          </a:blip>
          <a:srcRect b="0" l="0" r="0" t="0"/>
          <a:stretch/>
        </p:blipFill>
        <p:spPr>
          <a:xfrm>
            <a:off x="6058870" y="568467"/>
            <a:ext cx="188657" cy="296460"/>
          </a:xfrm>
          <a:prstGeom prst="rect">
            <a:avLst/>
          </a:prstGeom>
          <a:noFill/>
          <a:ln>
            <a:noFill/>
          </a:ln>
        </p:spPr>
      </p:pic>
      <p:pic>
        <p:nvPicPr>
          <p:cNvPr id="563" name="Google Shape;563;p55"/>
          <p:cNvPicPr preferRelativeResize="0"/>
          <p:nvPr/>
        </p:nvPicPr>
        <p:blipFill rotWithShape="1">
          <a:blip r:embed="rId15">
            <a:alphaModFix/>
          </a:blip>
          <a:srcRect b="0" l="0" r="0" t="0"/>
          <a:stretch/>
        </p:blipFill>
        <p:spPr>
          <a:xfrm>
            <a:off x="515647" y="1170518"/>
            <a:ext cx="307239" cy="199435"/>
          </a:xfrm>
          <a:prstGeom prst="rect">
            <a:avLst/>
          </a:prstGeom>
          <a:noFill/>
          <a:ln>
            <a:noFill/>
          </a:ln>
        </p:spPr>
      </p:pic>
      <p:pic>
        <p:nvPicPr>
          <p:cNvPr id="564" name="Google Shape;564;p55"/>
          <p:cNvPicPr preferRelativeResize="0"/>
          <p:nvPr/>
        </p:nvPicPr>
        <p:blipFill rotWithShape="1">
          <a:blip r:embed="rId16">
            <a:alphaModFix/>
          </a:blip>
          <a:srcRect b="0" l="0" r="0" t="0"/>
          <a:stretch/>
        </p:blipFill>
        <p:spPr>
          <a:xfrm>
            <a:off x="1000200" y="1116615"/>
            <a:ext cx="274899" cy="307240"/>
          </a:xfrm>
          <a:prstGeom prst="rect">
            <a:avLst/>
          </a:prstGeom>
          <a:noFill/>
          <a:ln>
            <a:noFill/>
          </a:ln>
        </p:spPr>
      </p:pic>
      <p:pic>
        <p:nvPicPr>
          <p:cNvPr id="565" name="Google Shape;565;p55"/>
          <p:cNvPicPr preferRelativeResize="0"/>
          <p:nvPr/>
        </p:nvPicPr>
        <p:blipFill rotWithShape="1">
          <a:blip r:embed="rId17">
            <a:alphaModFix/>
          </a:blip>
          <a:srcRect b="0" l="0" r="0" t="0"/>
          <a:stretch/>
        </p:blipFill>
        <p:spPr>
          <a:xfrm>
            <a:off x="1539943" y="1116615"/>
            <a:ext cx="274899" cy="307240"/>
          </a:xfrm>
          <a:prstGeom prst="rect">
            <a:avLst/>
          </a:prstGeom>
          <a:noFill/>
          <a:ln>
            <a:noFill/>
          </a:ln>
        </p:spPr>
      </p:pic>
      <p:pic>
        <p:nvPicPr>
          <p:cNvPr id="566" name="Google Shape;566;p55"/>
          <p:cNvPicPr preferRelativeResize="0"/>
          <p:nvPr/>
        </p:nvPicPr>
        <p:blipFill rotWithShape="1">
          <a:blip r:embed="rId18">
            <a:alphaModFix/>
          </a:blip>
          <a:srcRect b="0" l="0" r="0" t="0"/>
          <a:stretch/>
        </p:blipFill>
        <p:spPr>
          <a:xfrm>
            <a:off x="2001218" y="1127396"/>
            <a:ext cx="334190" cy="285678"/>
          </a:xfrm>
          <a:prstGeom prst="rect">
            <a:avLst/>
          </a:prstGeom>
          <a:noFill/>
          <a:ln>
            <a:noFill/>
          </a:ln>
        </p:spPr>
      </p:pic>
      <p:pic>
        <p:nvPicPr>
          <p:cNvPr id="567" name="Google Shape;567;p55"/>
          <p:cNvPicPr preferRelativeResize="0"/>
          <p:nvPr/>
        </p:nvPicPr>
        <p:blipFill rotWithShape="1">
          <a:blip r:embed="rId19">
            <a:alphaModFix/>
          </a:blip>
          <a:srcRect b="0" l="0" r="0" t="0"/>
          <a:stretch/>
        </p:blipFill>
        <p:spPr>
          <a:xfrm>
            <a:off x="2553839" y="1122006"/>
            <a:ext cx="226386" cy="296459"/>
          </a:xfrm>
          <a:prstGeom prst="rect">
            <a:avLst/>
          </a:prstGeom>
          <a:noFill/>
          <a:ln>
            <a:noFill/>
          </a:ln>
        </p:spPr>
      </p:pic>
      <p:pic>
        <p:nvPicPr>
          <p:cNvPr id="568" name="Google Shape;568;p55"/>
          <p:cNvPicPr preferRelativeResize="0"/>
          <p:nvPr/>
        </p:nvPicPr>
        <p:blipFill rotWithShape="1">
          <a:blip r:embed="rId20">
            <a:alphaModFix/>
          </a:blip>
          <a:srcRect b="0" l="0" r="0" t="0"/>
          <a:stretch/>
        </p:blipFill>
        <p:spPr>
          <a:xfrm>
            <a:off x="3100476" y="1108530"/>
            <a:ext cx="226386" cy="323409"/>
          </a:xfrm>
          <a:prstGeom prst="rect">
            <a:avLst/>
          </a:prstGeom>
          <a:noFill/>
          <a:ln>
            <a:noFill/>
          </a:ln>
        </p:spPr>
      </p:pic>
      <p:pic>
        <p:nvPicPr>
          <p:cNvPr id="569" name="Google Shape;569;p55"/>
          <p:cNvPicPr preferRelativeResize="0"/>
          <p:nvPr/>
        </p:nvPicPr>
        <p:blipFill rotWithShape="1">
          <a:blip r:embed="rId21">
            <a:alphaModFix/>
          </a:blip>
          <a:srcRect b="0" l="0" r="0" t="0"/>
          <a:stretch/>
        </p:blipFill>
        <p:spPr>
          <a:xfrm>
            <a:off x="3551068" y="1124700"/>
            <a:ext cx="328800" cy="291069"/>
          </a:xfrm>
          <a:prstGeom prst="rect">
            <a:avLst/>
          </a:prstGeom>
          <a:noFill/>
          <a:ln>
            <a:noFill/>
          </a:ln>
        </p:spPr>
      </p:pic>
      <p:pic>
        <p:nvPicPr>
          <p:cNvPr id="570" name="Google Shape;570;p55"/>
          <p:cNvPicPr preferRelativeResize="0"/>
          <p:nvPr/>
        </p:nvPicPr>
        <p:blipFill rotWithShape="1">
          <a:blip r:embed="rId22">
            <a:alphaModFix/>
          </a:blip>
          <a:srcRect b="0" l="0" r="0" t="0"/>
          <a:stretch/>
        </p:blipFill>
        <p:spPr>
          <a:xfrm>
            <a:off x="4119857" y="1113920"/>
            <a:ext cx="194046" cy="312630"/>
          </a:xfrm>
          <a:prstGeom prst="rect">
            <a:avLst/>
          </a:prstGeom>
          <a:noFill/>
          <a:ln>
            <a:noFill/>
          </a:ln>
        </p:spPr>
      </p:pic>
      <p:pic>
        <p:nvPicPr>
          <p:cNvPr id="571" name="Google Shape;571;p55"/>
          <p:cNvPicPr preferRelativeResize="0"/>
          <p:nvPr/>
        </p:nvPicPr>
        <p:blipFill rotWithShape="1">
          <a:blip r:embed="rId23">
            <a:alphaModFix/>
          </a:blip>
          <a:srcRect b="0" l="0" r="0" t="0"/>
          <a:stretch/>
        </p:blipFill>
        <p:spPr>
          <a:xfrm>
            <a:off x="4538870" y="1108530"/>
            <a:ext cx="318019" cy="323409"/>
          </a:xfrm>
          <a:prstGeom prst="rect">
            <a:avLst/>
          </a:prstGeom>
          <a:noFill/>
          <a:ln>
            <a:noFill/>
          </a:ln>
        </p:spPr>
      </p:pic>
      <p:pic>
        <p:nvPicPr>
          <p:cNvPr id="572" name="Google Shape;572;p55"/>
          <p:cNvPicPr preferRelativeResize="0"/>
          <p:nvPr/>
        </p:nvPicPr>
        <p:blipFill rotWithShape="1">
          <a:blip r:embed="rId24">
            <a:alphaModFix/>
          </a:blip>
          <a:srcRect b="0" l="0" r="0" t="0"/>
          <a:stretch/>
        </p:blipFill>
        <p:spPr>
          <a:xfrm>
            <a:off x="5076575" y="1116616"/>
            <a:ext cx="237167" cy="307239"/>
          </a:xfrm>
          <a:prstGeom prst="rect">
            <a:avLst/>
          </a:prstGeom>
          <a:noFill/>
          <a:ln>
            <a:noFill/>
          </a:ln>
        </p:spPr>
      </p:pic>
      <p:pic>
        <p:nvPicPr>
          <p:cNvPr id="573" name="Google Shape;573;p55"/>
          <p:cNvPicPr preferRelativeResize="0"/>
          <p:nvPr/>
        </p:nvPicPr>
        <p:blipFill rotWithShape="1">
          <a:blip r:embed="rId25">
            <a:alphaModFix/>
          </a:blip>
          <a:srcRect b="0" l="0" r="0" t="0"/>
          <a:stretch/>
        </p:blipFill>
        <p:spPr>
          <a:xfrm>
            <a:off x="5594119" y="1151651"/>
            <a:ext cx="237167" cy="237167"/>
          </a:xfrm>
          <a:prstGeom prst="rect">
            <a:avLst/>
          </a:prstGeom>
          <a:noFill/>
          <a:ln>
            <a:noFill/>
          </a:ln>
        </p:spPr>
      </p:pic>
      <p:pic>
        <p:nvPicPr>
          <p:cNvPr id="574" name="Google Shape;574;p55"/>
          <p:cNvPicPr preferRelativeResize="0"/>
          <p:nvPr/>
        </p:nvPicPr>
        <p:blipFill rotWithShape="1">
          <a:blip r:embed="rId26">
            <a:alphaModFix/>
          </a:blip>
          <a:srcRect b="0" l="0" r="0" t="0"/>
          <a:stretch/>
        </p:blipFill>
        <p:spPr>
          <a:xfrm>
            <a:off x="6018443" y="1132786"/>
            <a:ext cx="269508" cy="274899"/>
          </a:xfrm>
          <a:prstGeom prst="rect">
            <a:avLst/>
          </a:prstGeom>
          <a:noFill/>
          <a:ln>
            <a:noFill/>
          </a:ln>
        </p:spPr>
      </p:pic>
      <p:pic>
        <p:nvPicPr>
          <p:cNvPr id="575" name="Google Shape;575;p55"/>
          <p:cNvPicPr preferRelativeResize="0"/>
          <p:nvPr/>
        </p:nvPicPr>
        <p:blipFill rotWithShape="1">
          <a:blip r:embed="rId27">
            <a:alphaModFix/>
          </a:blip>
          <a:srcRect b="0" l="0" r="0" t="0"/>
          <a:stretch/>
        </p:blipFill>
        <p:spPr>
          <a:xfrm>
            <a:off x="551712" y="1659347"/>
            <a:ext cx="226386" cy="242558"/>
          </a:xfrm>
          <a:prstGeom prst="rect">
            <a:avLst/>
          </a:prstGeom>
          <a:noFill/>
          <a:ln>
            <a:noFill/>
          </a:ln>
        </p:spPr>
      </p:pic>
      <p:pic>
        <p:nvPicPr>
          <p:cNvPr id="576" name="Google Shape;576;p55"/>
          <p:cNvPicPr preferRelativeResize="0"/>
          <p:nvPr/>
        </p:nvPicPr>
        <p:blipFill rotWithShape="1">
          <a:blip r:embed="rId28">
            <a:alphaModFix/>
          </a:blip>
          <a:srcRect b="0" l="0" r="0" t="0"/>
          <a:stretch/>
        </p:blipFill>
        <p:spPr>
          <a:xfrm>
            <a:off x="1024220" y="1653957"/>
            <a:ext cx="237167" cy="253338"/>
          </a:xfrm>
          <a:prstGeom prst="rect">
            <a:avLst/>
          </a:prstGeom>
          <a:noFill/>
          <a:ln>
            <a:noFill/>
          </a:ln>
        </p:spPr>
      </p:pic>
      <p:pic>
        <p:nvPicPr>
          <p:cNvPr id="577" name="Google Shape;577;p55"/>
          <p:cNvPicPr preferRelativeResize="0"/>
          <p:nvPr/>
        </p:nvPicPr>
        <p:blipFill rotWithShape="1">
          <a:blip r:embed="rId29">
            <a:alphaModFix/>
          </a:blip>
          <a:srcRect b="0" l="0" r="0" t="0"/>
          <a:stretch/>
        </p:blipFill>
        <p:spPr>
          <a:xfrm>
            <a:off x="1526150" y="1643177"/>
            <a:ext cx="274899" cy="274899"/>
          </a:xfrm>
          <a:prstGeom prst="rect">
            <a:avLst/>
          </a:prstGeom>
          <a:noFill/>
          <a:ln>
            <a:noFill/>
          </a:ln>
        </p:spPr>
      </p:pic>
      <p:pic>
        <p:nvPicPr>
          <p:cNvPr id="578" name="Google Shape;578;p55"/>
          <p:cNvPicPr preferRelativeResize="0"/>
          <p:nvPr/>
        </p:nvPicPr>
        <p:blipFill rotWithShape="1">
          <a:blip r:embed="rId30">
            <a:alphaModFix/>
          </a:blip>
          <a:srcRect b="0" l="0" r="0" t="0"/>
          <a:stretch/>
        </p:blipFill>
        <p:spPr>
          <a:xfrm>
            <a:off x="2075178" y="1656652"/>
            <a:ext cx="156315" cy="247947"/>
          </a:xfrm>
          <a:prstGeom prst="rect">
            <a:avLst/>
          </a:prstGeom>
          <a:noFill/>
          <a:ln>
            <a:noFill/>
          </a:ln>
        </p:spPr>
      </p:pic>
      <p:pic>
        <p:nvPicPr>
          <p:cNvPr id="579" name="Google Shape;579;p55"/>
          <p:cNvPicPr preferRelativeResize="0"/>
          <p:nvPr/>
        </p:nvPicPr>
        <p:blipFill rotWithShape="1">
          <a:blip r:embed="rId31">
            <a:alphaModFix/>
          </a:blip>
          <a:srcRect b="0" l="0" r="0" t="0"/>
          <a:stretch/>
        </p:blipFill>
        <p:spPr>
          <a:xfrm>
            <a:off x="2546543" y="1667432"/>
            <a:ext cx="253338" cy="226386"/>
          </a:xfrm>
          <a:prstGeom prst="rect">
            <a:avLst/>
          </a:prstGeom>
          <a:noFill/>
          <a:ln>
            <a:noFill/>
          </a:ln>
        </p:spPr>
      </p:pic>
      <p:pic>
        <p:nvPicPr>
          <p:cNvPr id="580" name="Google Shape;580;p55"/>
          <p:cNvPicPr preferRelativeResize="0"/>
          <p:nvPr/>
        </p:nvPicPr>
        <p:blipFill rotWithShape="1">
          <a:blip r:embed="rId32">
            <a:alphaModFix/>
          </a:blip>
          <a:srcRect b="0" l="0" r="0" t="0"/>
          <a:stretch/>
        </p:blipFill>
        <p:spPr>
          <a:xfrm>
            <a:off x="3066190" y="1645871"/>
            <a:ext cx="253338" cy="269508"/>
          </a:xfrm>
          <a:prstGeom prst="rect">
            <a:avLst/>
          </a:prstGeom>
          <a:noFill/>
          <a:ln>
            <a:noFill/>
          </a:ln>
        </p:spPr>
      </p:pic>
      <p:pic>
        <p:nvPicPr>
          <p:cNvPr id="581" name="Google Shape;581;p55"/>
          <p:cNvPicPr preferRelativeResize="0"/>
          <p:nvPr/>
        </p:nvPicPr>
        <p:blipFill rotWithShape="1">
          <a:blip r:embed="rId33">
            <a:alphaModFix/>
          </a:blip>
          <a:srcRect b="0" l="0" r="0" t="0"/>
          <a:stretch/>
        </p:blipFill>
        <p:spPr>
          <a:xfrm>
            <a:off x="3664151" y="1637787"/>
            <a:ext cx="161704" cy="285678"/>
          </a:xfrm>
          <a:prstGeom prst="rect">
            <a:avLst/>
          </a:prstGeom>
          <a:noFill/>
          <a:ln>
            <a:noFill/>
          </a:ln>
        </p:spPr>
      </p:pic>
      <p:pic>
        <p:nvPicPr>
          <p:cNvPr id="582" name="Google Shape;582;p55"/>
          <p:cNvPicPr preferRelativeResize="0"/>
          <p:nvPr/>
        </p:nvPicPr>
        <p:blipFill rotWithShape="1">
          <a:blip r:embed="rId34">
            <a:alphaModFix/>
          </a:blip>
          <a:srcRect b="0" l="0" r="0" t="0"/>
          <a:stretch/>
        </p:blipFill>
        <p:spPr>
          <a:xfrm>
            <a:off x="4078608" y="1637787"/>
            <a:ext cx="210216" cy="285678"/>
          </a:xfrm>
          <a:prstGeom prst="rect">
            <a:avLst/>
          </a:prstGeom>
          <a:noFill/>
          <a:ln>
            <a:noFill/>
          </a:ln>
        </p:spPr>
      </p:pic>
      <p:pic>
        <p:nvPicPr>
          <p:cNvPr id="583" name="Google Shape;583;p55"/>
          <p:cNvPicPr preferRelativeResize="0"/>
          <p:nvPr/>
        </p:nvPicPr>
        <p:blipFill rotWithShape="1">
          <a:blip r:embed="rId35">
            <a:alphaModFix/>
          </a:blip>
          <a:srcRect b="0" l="0" r="0" t="0"/>
          <a:stretch/>
        </p:blipFill>
        <p:spPr>
          <a:xfrm>
            <a:off x="4573605" y="1675517"/>
            <a:ext cx="274899" cy="210217"/>
          </a:xfrm>
          <a:prstGeom prst="rect">
            <a:avLst/>
          </a:prstGeom>
          <a:noFill/>
          <a:ln>
            <a:noFill/>
          </a:ln>
        </p:spPr>
      </p:pic>
      <p:pic>
        <p:nvPicPr>
          <p:cNvPr id="584" name="Google Shape;584;p55"/>
          <p:cNvPicPr preferRelativeResize="0"/>
          <p:nvPr/>
        </p:nvPicPr>
        <p:blipFill rotWithShape="1">
          <a:blip r:embed="rId36">
            <a:alphaModFix/>
          </a:blip>
          <a:srcRect b="0" l="0" r="0" t="0"/>
          <a:stretch/>
        </p:blipFill>
        <p:spPr>
          <a:xfrm>
            <a:off x="5041179" y="1667432"/>
            <a:ext cx="253338" cy="226386"/>
          </a:xfrm>
          <a:prstGeom prst="rect">
            <a:avLst/>
          </a:prstGeom>
          <a:noFill/>
          <a:ln>
            <a:noFill/>
          </a:ln>
        </p:spPr>
      </p:pic>
      <p:pic>
        <p:nvPicPr>
          <p:cNvPr id="585" name="Google Shape;585;p55"/>
          <p:cNvPicPr preferRelativeResize="0"/>
          <p:nvPr/>
        </p:nvPicPr>
        <p:blipFill rotWithShape="1">
          <a:blip r:embed="rId37">
            <a:alphaModFix/>
          </a:blip>
          <a:srcRect b="0" l="0" r="0" t="0"/>
          <a:stretch/>
        </p:blipFill>
        <p:spPr>
          <a:xfrm>
            <a:off x="5580644" y="1662042"/>
            <a:ext cx="264118" cy="237167"/>
          </a:xfrm>
          <a:prstGeom prst="rect">
            <a:avLst/>
          </a:prstGeom>
          <a:noFill/>
          <a:ln>
            <a:noFill/>
          </a:ln>
        </p:spPr>
      </p:pic>
      <p:pic>
        <p:nvPicPr>
          <p:cNvPr id="586" name="Google Shape;586;p55"/>
          <p:cNvPicPr preferRelativeResize="0"/>
          <p:nvPr/>
        </p:nvPicPr>
        <p:blipFill rotWithShape="1">
          <a:blip r:embed="rId38">
            <a:alphaModFix/>
          </a:blip>
          <a:srcRect b="0" l="0" r="0" t="0"/>
          <a:stretch/>
        </p:blipFill>
        <p:spPr>
          <a:xfrm>
            <a:off x="6026529" y="1683602"/>
            <a:ext cx="253338" cy="194046"/>
          </a:xfrm>
          <a:prstGeom prst="rect">
            <a:avLst/>
          </a:prstGeom>
          <a:noFill/>
          <a:ln>
            <a:noFill/>
          </a:ln>
        </p:spPr>
      </p:pic>
      <p:pic>
        <p:nvPicPr>
          <p:cNvPr id="587" name="Google Shape;587;p55"/>
          <p:cNvPicPr preferRelativeResize="0"/>
          <p:nvPr/>
        </p:nvPicPr>
        <p:blipFill rotWithShape="1">
          <a:blip r:embed="rId39">
            <a:alphaModFix/>
          </a:blip>
          <a:srcRect b="0" l="0" r="0" t="0"/>
          <a:stretch/>
        </p:blipFill>
        <p:spPr>
          <a:xfrm>
            <a:off x="498731" y="2177411"/>
            <a:ext cx="247947" cy="247947"/>
          </a:xfrm>
          <a:prstGeom prst="rect">
            <a:avLst/>
          </a:prstGeom>
          <a:noFill/>
          <a:ln>
            <a:noFill/>
          </a:ln>
        </p:spPr>
      </p:pic>
      <p:pic>
        <p:nvPicPr>
          <p:cNvPr id="588" name="Google Shape;588;p55"/>
          <p:cNvPicPr preferRelativeResize="0"/>
          <p:nvPr/>
        </p:nvPicPr>
        <p:blipFill rotWithShape="1">
          <a:blip r:embed="rId40">
            <a:alphaModFix/>
          </a:blip>
          <a:srcRect b="0" l="0" r="0" t="0"/>
          <a:stretch/>
        </p:blipFill>
        <p:spPr>
          <a:xfrm>
            <a:off x="1019675" y="2174716"/>
            <a:ext cx="264118" cy="253338"/>
          </a:xfrm>
          <a:prstGeom prst="rect">
            <a:avLst/>
          </a:prstGeom>
          <a:noFill/>
          <a:ln>
            <a:noFill/>
          </a:ln>
        </p:spPr>
      </p:pic>
      <p:pic>
        <p:nvPicPr>
          <p:cNvPr id="589" name="Google Shape;589;p55"/>
          <p:cNvPicPr preferRelativeResize="0"/>
          <p:nvPr/>
        </p:nvPicPr>
        <p:blipFill rotWithShape="1">
          <a:blip r:embed="rId41">
            <a:alphaModFix/>
          </a:blip>
          <a:srcRect b="0" l="0" r="0" t="0"/>
          <a:stretch/>
        </p:blipFill>
        <p:spPr>
          <a:xfrm>
            <a:off x="1526421" y="2166631"/>
            <a:ext cx="226386" cy="269506"/>
          </a:xfrm>
          <a:prstGeom prst="rect">
            <a:avLst/>
          </a:prstGeom>
          <a:noFill/>
          <a:ln>
            <a:noFill/>
          </a:ln>
        </p:spPr>
      </p:pic>
      <p:pic>
        <p:nvPicPr>
          <p:cNvPr id="590" name="Google Shape;590;p55"/>
          <p:cNvPicPr preferRelativeResize="0"/>
          <p:nvPr/>
        </p:nvPicPr>
        <p:blipFill rotWithShape="1">
          <a:blip r:embed="rId42">
            <a:alphaModFix/>
          </a:blip>
          <a:srcRect b="0" l="0" r="0" t="0"/>
          <a:stretch/>
        </p:blipFill>
        <p:spPr>
          <a:xfrm>
            <a:off x="2027839" y="2153156"/>
            <a:ext cx="258728" cy="296458"/>
          </a:xfrm>
          <a:prstGeom prst="rect">
            <a:avLst/>
          </a:prstGeom>
          <a:noFill/>
          <a:ln>
            <a:noFill/>
          </a:ln>
        </p:spPr>
      </p:pic>
      <p:pic>
        <p:nvPicPr>
          <p:cNvPr id="591" name="Google Shape;591;p55"/>
          <p:cNvPicPr preferRelativeResize="0"/>
          <p:nvPr/>
        </p:nvPicPr>
        <p:blipFill rotWithShape="1">
          <a:blip r:embed="rId43">
            <a:alphaModFix/>
          </a:blip>
          <a:srcRect b="0" l="0" r="0" t="0"/>
          <a:stretch/>
        </p:blipFill>
        <p:spPr>
          <a:xfrm>
            <a:off x="2529412" y="2153155"/>
            <a:ext cx="280288" cy="296460"/>
          </a:xfrm>
          <a:prstGeom prst="rect">
            <a:avLst/>
          </a:prstGeom>
          <a:noFill/>
          <a:ln>
            <a:noFill/>
          </a:ln>
        </p:spPr>
      </p:pic>
      <p:pic>
        <p:nvPicPr>
          <p:cNvPr id="592" name="Google Shape;592;p55"/>
          <p:cNvPicPr preferRelativeResize="0"/>
          <p:nvPr/>
        </p:nvPicPr>
        <p:blipFill rotWithShape="1">
          <a:blip r:embed="rId44">
            <a:alphaModFix/>
          </a:blip>
          <a:srcRect b="0" l="0" r="0" t="0"/>
          <a:stretch/>
        </p:blipFill>
        <p:spPr>
          <a:xfrm>
            <a:off x="3025153" y="2177411"/>
            <a:ext cx="328800" cy="247947"/>
          </a:xfrm>
          <a:prstGeom prst="rect">
            <a:avLst/>
          </a:prstGeom>
          <a:noFill/>
          <a:ln>
            <a:noFill/>
          </a:ln>
        </p:spPr>
      </p:pic>
      <p:pic>
        <p:nvPicPr>
          <p:cNvPr id="593" name="Google Shape;593;p55"/>
          <p:cNvPicPr preferRelativeResize="0"/>
          <p:nvPr/>
        </p:nvPicPr>
        <p:blipFill rotWithShape="1">
          <a:blip r:embed="rId45">
            <a:alphaModFix/>
          </a:blip>
          <a:srcRect b="0" l="0" r="0" t="0"/>
          <a:stretch/>
        </p:blipFill>
        <p:spPr>
          <a:xfrm>
            <a:off x="3664598" y="2180105"/>
            <a:ext cx="199437" cy="242559"/>
          </a:xfrm>
          <a:prstGeom prst="rect">
            <a:avLst/>
          </a:prstGeom>
          <a:noFill/>
          <a:ln>
            <a:noFill/>
          </a:ln>
        </p:spPr>
      </p:pic>
      <p:pic>
        <p:nvPicPr>
          <p:cNvPr id="594" name="Google Shape;594;p55"/>
          <p:cNvPicPr preferRelativeResize="0"/>
          <p:nvPr/>
        </p:nvPicPr>
        <p:blipFill rotWithShape="1">
          <a:blip r:embed="rId46">
            <a:alphaModFix/>
          </a:blip>
          <a:srcRect b="0" l="0" r="0" t="0"/>
          <a:stretch/>
        </p:blipFill>
        <p:spPr>
          <a:xfrm>
            <a:off x="4050118" y="2223227"/>
            <a:ext cx="334189" cy="156315"/>
          </a:xfrm>
          <a:prstGeom prst="rect">
            <a:avLst/>
          </a:prstGeom>
          <a:noFill/>
          <a:ln>
            <a:noFill/>
          </a:ln>
        </p:spPr>
      </p:pic>
      <p:pic>
        <p:nvPicPr>
          <p:cNvPr id="595" name="Google Shape;595;p55"/>
          <p:cNvPicPr preferRelativeResize="0"/>
          <p:nvPr/>
        </p:nvPicPr>
        <p:blipFill rotWithShape="1">
          <a:blip r:embed="rId47">
            <a:alphaModFix/>
          </a:blip>
          <a:srcRect b="0" l="0" r="0" t="0"/>
          <a:stretch/>
        </p:blipFill>
        <p:spPr>
          <a:xfrm>
            <a:off x="4544099" y="2196277"/>
            <a:ext cx="296458" cy="210216"/>
          </a:xfrm>
          <a:prstGeom prst="rect">
            <a:avLst/>
          </a:prstGeom>
          <a:noFill/>
          <a:ln>
            <a:noFill/>
          </a:ln>
        </p:spPr>
      </p:pic>
      <p:pic>
        <p:nvPicPr>
          <p:cNvPr id="596" name="Google Shape;596;p55"/>
          <p:cNvPicPr preferRelativeResize="0"/>
          <p:nvPr/>
        </p:nvPicPr>
        <p:blipFill rotWithShape="1">
          <a:blip r:embed="rId48">
            <a:alphaModFix/>
          </a:blip>
          <a:srcRect b="0" l="0" r="0" t="0"/>
          <a:stretch/>
        </p:blipFill>
        <p:spPr>
          <a:xfrm>
            <a:off x="5045092" y="2163935"/>
            <a:ext cx="274899" cy="274899"/>
          </a:xfrm>
          <a:prstGeom prst="rect">
            <a:avLst/>
          </a:prstGeom>
          <a:noFill/>
          <a:ln>
            <a:noFill/>
          </a:ln>
        </p:spPr>
      </p:pic>
      <p:pic>
        <p:nvPicPr>
          <p:cNvPr id="597" name="Google Shape;597;p55"/>
          <p:cNvPicPr preferRelativeResize="0"/>
          <p:nvPr/>
        </p:nvPicPr>
        <p:blipFill rotWithShape="1">
          <a:blip r:embed="rId49">
            <a:alphaModFix/>
          </a:blip>
          <a:srcRect b="0" l="0" r="0" t="0"/>
          <a:stretch/>
        </p:blipFill>
        <p:spPr>
          <a:xfrm>
            <a:off x="5575254" y="2163935"/>
            <a:ext cx="274899" cy="274899"/>
          </a:xfrm>
          <a:prstGeom prst="rect">
            <a:avLst/>
          </a:prstGeom>
          <a:noFill/>
          <a:ln>
            <a:noFill/>
          </a:ln>
        </p:spPr>
      </p:pic>
      <p:pic>
        <p:nvPicPr>
          <p:cNvPr id="598" name="Google Shape;598;p55"/>
          <p:cNvPicPr preferRelativeResize="0"/>
          <p:nvPr/>
        </p:nvPicPr>
        <p:blipFill rotWithShape="1">
          <a:blip r:embed="rId50">
            <a:alphaModFix/>
          </a:blip>
          <a:srcRect b="0" l="0" r="0" t="0"/>
          <a:stretch/>
        </p:blipFill>
        <p:spPr>
          <a:xfrm>
            <a:off x="6026529" y="2155850"/>
            <a:ext cx="253338" cy="291069"/>
          </a:xfrm>
          <a:prstGeom prst="rect">
            <a:avLst/>
          </a:prstGeom>
          <a:noFill/>
          <a:ln>
            <a:noFill/>
          </a:ln>
        </p:spPr>
      </p:pic>
      <p:pic>
        <p:nvPicPr>
          <p:cNvPr id="599" name="Google Shape;599;p55"/>
          <p:cNvPicPr preferRelativeResize="0"/>
          <p:nvPr/>
        </p:nvPicPr>
        <p:blipFill rotWithShape="1">
          <a:blip r:embed="rId51">
            <a:alphaModFix/>
          </a:blip>
          <a:srcRect b="0" l="0" r="0" t="0"/>
          <a:stretch/>
        </p:blipFill>
        <p:spPr>
          <a:xfrm>
            <a:off x="549248" y="2670797"/>
            <a:ext cx="274899" cy="285679"/>
          </a:xfrm>
          <a:prstGeom prst="rect">
            <a:avLst/>
          </a:prstGeom>
          <a:noFill/>
          <a:ln>
            <a:noFill/>
          </a:ln>
        </p:spPr>
      </p:pic>
      <p:pic>
        <p:nvPicPr>
          <p:cNvPr id="600" name="Google Shape;600;p55"/>
          <p:cNvPicPr preferRelativeResize="0"/>
          <p:nvPr/>
        </p:nvPicPr>
        <p:blipFill rotWithShape="1">
          <a:blip r:embed="rId52">
            <a:alphaModFix/>
          </a:blip>
          <a:srcRect b="0" l="0" r="0" t="0"/>
          <a:stretch/>
        </p:blipFill>
        <p:spPr>
          <a:xfrm>
            <a:off x="1001300" y="2673492"/>
            <a:ext cx="204827" cy="280288"/>
          </a:xfrm>
          <a:prstGeom prst="rect">
            <a:avLst/>
          </a:prstGeom>
          <a:noFill/>
          <a:ln>
            <a:noFill/>
          </a:ln>
        </p:spPr>
      </p:pic>
      <p:pic>
        <p:nvPicPr>
          <p:cNvPr id="601" name="Google Shape;601;p55"/>
          <p:cNvPicPr preferRelativeResize="0"/>
          <p:nvPr/>
        </p:nvPicPr>
        <p:blipFill rotWithShape="1">
          <a:blip r:embed="rId53">
            <a:alphaModFix/>
          </a:blip>
          <a:srcRect b="0" l="0" r="0" t="0"/>
          <a:stretch/>
        </p:blipFill>
        <p:spPr>
          <a:xfrm>
            <a:off x="1511576" y="2665408"/>
            <a:ext cx="296459" cy="296458"/>
          </a:xfrm>
          <a:prstGeom prst="rect">
            <a:avLst/>
          </a:prstGeom>
          <a:noFill/>
          <a:ln>
            <a:noFill/>
          </a:ln>
        </p:spPr>
      </p:pic>
      <p:pic>
        <p:nvPicPr>
          <p:cNvPr id="602" name="Google Shape;602;p55"/>
          <p:cNvPicPr preferRelativeResize="0"/>
          <p:nvPr/>
        </p:nvPicPr>
        <p:blipFill rotWithShape="1">
          <a:blip r:embed="rId54">
            <a:alphaModFix/>
          </a:blip>
          <a:srcRect b="0" l="0" r="0" t="0"/>
          <a:stretch/>
        </p:blipFill>
        <p:spPr>
          <a:xfrm>
            <a:off x="1978907" y="2713919"/>
            <a:ext cx="296458" cy="199435"/>
          </a:xfrm>
          <a:prstGeom prst="rect">
            <a:avLst/>
          </a:prstGeom>
          <a:noFill/>
          <a:ln>
            <a:noFill/>
          </a:ln>
        </p:spPr>
      </p:pic>
      <p:pic>
        <p:nvPicPr>
          <p:cNvPr id="603" name="Google Shape;603;p55"/>
          <p:cNvPicPr preferRelativeResize="0"/>
          <p:nvPr/>
        </p:nvPicPr>
        <p:blipFill rotWithShape="1">
          <a:blip r:embed="rId55">
            <a:alphaModFix/>
          </a:blip>
          <a:srcRect b="0" l="0" r="0" t="0"/>
          <a:stretch/>
        </p:blipFill>
        <p:spPr>
          <a:xfrm>
            <a:off x="2573693" y="2689663"/>
            <a:ext cx="247947" cy="247947"/>
          </a:xfrm>
          <a:prstGeom prst="rect">
            <a:avLst/>
          </a:prstGeom>
          <a:noFill/>
          <a:ln>
            <a:noFill/>
          </a:ln>
        </p:spPr>
      </p:pic>
      <p:pic>
        <p:nvPicPr>
          <p:cNvPr id="604" name="Google Shape;604;p55"/>
          <p:cNvPicPr preferRelativeResize="0"/>
          <p:nvPr/>
        </p:nvPicPr>
        <p:blipFill rotWithShape="1">
          <a:blip r:embed="rId56">
            <a:alphaModFix/>
          </a:blip>
          <a:srcRect b="0" l="0" r="0" t="0"/>
          <a:stretch/>
        </p:blipFill>
        <p:spPr>
          <a:xfrm>
            <a:off x="3075289" y="2670797"/>
            <a:ext cx="285679" cy="285679"/>
          </a:xfrm>
          <a:prstGeom prst="rect">
            <a:avLst/>
          </a:prstGeom>
          <a:noFill/>
          <a:ln>
            <a:noFill/>
          </a:ln>
        </p:spPr>
      </p:pic>
      <p:pic>
        <p:nvPicPr>
          <p:cNvPr id="605" name="Google Shape;605;p55"/>
          <p:cNvPicPr preferRelativeResize="0"/>
          <p:nvPr/>
        </p:nvPicPr>
        <p:blipFill rotWithShape="1">
          <a:blip r:embed="rId57">
            <a:alphaModFix/>
          </a:blip>
          <a:srcRect b="0" l="0" r="0" t="0"/>
          <a:stretch/>
        </p:blipFill>
        <p:spPr>
          <a:xfrm>
            <a:off x="3611197" y="2684273"/>
            <a:ext cx="285679" cy="258727"/>
          </a:xfrm>
          <a:prstGeom prst="rect">
            <a:avLst/>
          </a:prstGeom>
          <a:noFill/>
          <a:ln>
            <a:noFill/>
          </a:ln>
        </p:spPr>
      </p:pic>
      <p:pic>
        <p:nvPicPr>
          <p:cNvPr id="606" name="Google Shape;606;p55"/>
          <p:cNvPicPr preferRelativeResize="0"/>
          <p:nvPr/>
        </p:nvPicPr>
        <p:blipFill rotWithShape="1">
          <a:blip r:embed="rId58">
            <a:alphaModFix/>
          </a:blip>
          <a:srcRect b="0" l="0" r="0" t="0"/>
          <a:stretch/>
        </p:blipFill>
        <p:spPr>
          <a:xfrm>
            <a:off x="4068679" y="2670798"/>
            <a:ext cx="134754" cy="285678"/>
          </a:xfrm>
          <a:prstGeom prst="rect">
            <a:avLst/>
          </a:prstGeom>
          <a:noFill/>
          <a:ln>
            <a:noFill/>
          </a:ln>
        </p:spPr>
      </p:pic>
      <p:pic>
        <p:nvPicPr>
          <p:cNvPr id="607" name="Google Shape;607;p55"/>
          <p:cNvPicPr preferRelativeResize="0"/>
          <p:nvPr/>
        </p:nvPicPr>
        <p:blipFill rotWithShape="1">
          <a:blip r:embed="rId59">
            <a:alphaModFix/>
          </a:blip>
          <a:srcRect b="0" l="0" r="0" t="0"/>
          <a:stretch/>
        </p:blipFill>
        <p:spPr>
          <a:xfrm>
            <a:off x="4543562" y="2670797"/>
            <a:ext cx="285679" cy="285679"/>
          </a:xfrm>
          <a:prstGeom prst="rect">
            <a:avLst/>
          </a:prstGeom>
          <a:noFill/>
          <a:ln>
            <a:noFill/>
          </a:ln>
        </p:spPr>
      </p:pic>
      <p:pic>
        <p:nvPicPr>
          <p:cNvPr id="608" name="Google Shape;608;p55"/>
          <p:cNvPicPr preferRelativeResize="0"/>
          <p:nvPr/>
        </p:nvPicPr>
        <p:blipFill rotWithShape="1">
          <a:blip r:embed="rId60">
            <a:alphaModFix/>
          </a:blip>
          <a:srcRect b="0" l="0" r="0" t="0"/>
          <a:stretch/>
        </p:blipFill>
        <p:spPr>
          <a:xfrm>
            <a:off x="5025800" y="2670797"/>
            <a:ext cx="285679" cy="285679"/>
          </a:xfrm>
          <a:prstGeom prst="rect">
            <a:avLst/>
          </a:prstGeom>
          <a:noFill/>
          <a:ln>
            <a:noFill/>
          </a:ln>
        </p:spPr>
      </p:pic>
      <p:pic>
        <p:nvPicPr>
          <p:cNvPr id="609" name="Google Shape;609;p55"/>
          <p:cNvPicPr preferRelativeResize="0"/>
          <p:nvPr/>
        </p:nvPicPr>
        <p:blipFill rotWithShape="1">
          <a:blip r:embed="rId61">
            <a:alphaModFix/>
          </a:blip>
          <a:srcRect b="0" l="0" r="0" t="0"/>
          <a:stretch/>
        </p:blipFill>
        <p:spPr>
          <a:xfrm>
            <a:off x="5591425" y="2686968"/>
            <a:ext cx="242557" cy="253338"/>
          </a:xfrm>
          <a:prstGeom prst="rect">
            <a:avLst/>
          </a:prstGeom>
          <a:noFill/>
          <a:ln>
            <a:noFill/>
          </a:ln>
        </p:spPr>
      </p:pic>
      <p:pic>
        <p:nvPicPr>
          <p:cNvPr id="610" name="Google Shape;610;p55"/>
          <p:cNvPicPr preferRelativeResize="0"/>
          <p:nvPr/>
        </p:nvPicPr>
        <p:blipFill rotWithShape="1">
          <a:blip r:embed="rId62">
            <a:alphaModFix/>
          </a:blip>
          <a:srcRect b="0" l="0" r="0" t="0"/>
          <a:stretch/>
        </p:blipFill>
        <p:spPr>
          <a:xfrm>
            <a:off x="6082979" y="2668102"/>
            <a:ext cx="204826" cy="291069"/>
          </a:xfrm>
          <a:prstGeom prst="rect">
            <a:avLst/>
          </a:prstGeom>
          <a:noFill/>
          <a:ln>
            <a:noFill/>
          </a:ln>
        </p:spPr>
      </p:pic>
      <p:pic>
        <p:nvPicPr>
          <p:cNvPr id="611" name="Google Shape;611;p55"/>
          <p:cNvPicPr preferRelativeResize="0"/>
          <p:nvPr/>
        </p:nvPicPr>
        <p:blipFill rotWithShape="1">
          <a:blip r:embed="rId63">
            <a:alphaModFix/>
          </a:blip>
          <a:srcRect b="0" l="0" r="0" t="0"/>
          <a:stretch/>
        </p:blipFill>
        <p:spPr>
          <a:xfrm>
            <a:off x="561334" y="3215600"/>
            <a:ext cx="210216" cy="264117"/>
          </a:xfrm>
          <a:prstGeom prst="rect">
            <a:avLst/>
          </a:prstGeom>
          <a:noFill/>
          <a:ln>
            <a:noFill/>
          </a:ln>
        </p:spPr>
      </p:pic>
      <p:pic>
        <p:nvPicPr>
          <p:cNvPr id="612" name="Google Shape;612;p55"/>
          <p:cNvPicPr preferRelativeResize="0"/>
          <p:nvPr/>
        </p:nvPicPr>
        <p:blipFill rotWithShape="1">
          <a:blip r:embed="rId64">
            <a:alphaModFix/>
          </a:blip>
          <a:srcRect b="0" l="0" r="0" t="0"/>
          <a:stretch/>
        </p:blipFill>
        <p:spPr>
          <a:xfrm>
            <a:off x="1013675" y="3204819"/>
            <a:ext cx="247947" cy="285678"/>
          </a:xfrm>
          <a:prstGeom prst="rect">
            <a:avLst/>
          </a:prstGeom>
          <a:noFill/>
          <a:ln>
            <a:noFill/>
          </a:ln>
        </p:spPr>
      </p:pic>
      <p:pic>
        <p:nvPicPr>
          <p:cNvPr id="613" name="Google Shape;613;p55"/>
          <p:cNvPicPr preferRelativeResize="0"/>
          <p:nvPr/>
        </p:nvPicPr>
        <p:blipFill rotWithShape="1">
          <a:blip r:embed="rId65">
            <a:alphaModFix/>
          </a:blip>
          <a:srcRect b="0" l="0" r="0" t="0"/>
          <a:stretch/>
        </p:blipFill>
        <p:spPr>
          <a:xfrm>
            <a:off x="1536194" y="3207513"/>
            <a:ext cx="242558" cy="280289"/>
          </a:xfrm>
          <a:prstGeom prst="rect">
            <a:avLst/>
          </a:prstGeom>
          <a:noFill/>
          <a:ln>
            <a:noFill/>
          </a:ln>
        </p:spPr>
      </p:pic>
      <p:pic>
        <p:nvPicPr>
          <p:cNvPr id="614" name="Google Shape;614;p55"/>
          <p:cNvPicPr preferRelativeResize="0"/>
          <p:nvPr/>
        </p:nvPicPr>
        <p:blipFill rotWithShape="1">
          <a:blip r:embed="rId66">
            <a:alphaModFix/>
          </a:blip>
          <a:srcRect b="0" l="0" r="0" t="0"/>
          <a:stretch/>
        </p:blipFill>
        <p:spPr>
          <a:xfrm>
            <a:off x="1995152" y="3207513"/>
            <a:ext cx="280288" cy="280289"/>
          </a:xfrm>
          <a:prstGeom prst="rect">
            <a:avLst/>
          </a:prstGeom>
          <a:noFill/>
          <a:ln>
            <a:noFill/>
          </a:ln>
        </p:spPr>
      </p:pic>
      <p:pic>
        <p:nvPicPr>
          <p:cNvPr id="615" name="Google Shape;615;p55"/>
          <p:cNvPicPr preferRelativeResize="0"/>
          <p:nvPr/>
        </p:nvPicPr>
        <p:blipFill rotWithShape="1">
          <a:blip r:embed="rId67">
            <a:alphaModFix/>
          </a:blip>
          <a:srcRect b="0" l="0" r="0" t="0"/>
          <a:stretch/>
        </p:blipFill>
        <p:spPr>
          <a:xfrm>
            <a:off x="2535155" y="3218294"/>
            <a:ext cx="274899" cy="258727"/>
          </a:xfrm>
          <a:prstGeom prst="rect">
            <a:avLst/>
          </a:prstGeom>
          <a:noFill/>
          <a:ln>
            <a:noFill/>
          </a:ln>
        </p:spPr>
      </p:pic>
      <p:pic>
        <p:nvPicPr>
          <p:cNvPr id="616" name="Google Shape;616;p55"/>
          <p:cNvPicPr preferRelativeResize="0"/>
          <p:nvPr/>
        </p:nvPicPr>
        <p:blipFill rotWithShape="1">
          <a:blip r:embed="rId68">
            <a:alphaModFix/>
          </a:blip>
          <a:srcRect b="0" l="0" r="0" t="0"/>
          <a:stretch/>
        </p:blipFill>
        <p:spPr>
          <a:xfrm>
            <a:off x="3024169" y="3185953"/>
            <a:ext cx="328800" cy="323409"/>
          </a:xfrm>
          <a:prstGeom prst="rect">
            <a:avLst/>
          </a:prstGeom>
          <a:noFill/>
          <a:ln>
            <a:noFill/>
          </a:ln>
        </p:spPr>
      </p:pic>
      <p:pic>
        <p:nvPicPr>
          <p:cNvPr id="617" name="Google Shape;617;p55"/>
          <p:cNvPicPr preferRelativeResize="0"/>
          <p:nvPr/>
        </p:nvPicPr>
        <p:blipFill rotWithShape="1">
          <a:blip r:embed="rId69">
            <a:alphaModFix/>
          </a:blip>
          <a:srcRect b="0" l="0" r="0" t="0"/>
          <a:stretch/>
        </p:blipFill>
        <p:spPr>
          <a:xfrm>
            <a:off x="3597489" y="3183257"/>
            <a:ext cx="285679" cy="328801"/>
          </a:xfrm>
          <a:prstGeom prst="rect">
            <a:avLst/>
          </a:prstGeom>
          <a:noFill/>
          <a:ln>
            <a:noFill/>
          </a:ln>
        </p:spPr>
      </p:pic>
      <p:pic>
        <p:nvPicPr>
          <p:cNvPr id="618" name="Google Shape;618;p55"/>
          <p:cNvPicPr preferRelativeResize="0"/>
          <p:nvPr/>
        </p:nvPicPr>
        <p:blipFill rotWithShape="1">
          <a:blip r:embed="rId70">
            <a:alphaModFix/>
          </a:blip>
          <a:srcRect b="0" l="0" r="0" t="0"/>
          <a:stretch/>
        </p:blipFill>
        <p:spPr>
          <a:xfrm>
            <a:off x="4051006" y="3199429"/>
            <a:ext cx="328800" cy="296459"/>
          </a:xfrm>
          <a:prstGeom prst="rect">
            <a:avLst/>
          </a:prstGeom>
          <a:noFill/>
          <a:ln>
            <a:noFill/>
          </a:ln>
        </p:spPr>
      </p:pic>
      <p:pic>
        <p:nvPicPr>
          <p:cNvPr id="619" name="Google Shape;619;p55"/>
          <p:cNvPicPr preferRelativeResize="0"/>
          <p:nvPr/>
        </p:nvPicPr>
        <p:blipFill rotWithShape="1">
          <a:blip r:embed="rId71">
            <a:alphaModFix/>
          </a:blip>
          <a:srcRect b="0" l="0" r="0" t="0"/>
          <a:stretch/>
        </p:blipFill>
        <p:spPr>
          <a:xfrm>
            <a:off x="4556183" y="3183257"/>
            <a:ext cx="285679" cy="328801"/>
          </a:xfrm>
          <a:prstGeom prst="rect">
            <a:avLst/>
          </a:prstGeom>
          <a:noFill/>
          <a:ln>
            <a:noFill/>
          </a:ln>
        </p:spPr>
      </p:pic>
      <p:pic>
        <p:nvPicPr>
          <p:cNvPr id="620" name="Google Shape;620;p55"/>
          <p:cNvPicPr preferRelativeResize="0"/>
          <p:nvPr/>
        </p:nvPicPr>
        <p:blipFill rotWithShape="1">
          <a:blip r:embed="rId72">
            <a:alphaModFix/>
          </a:blip>
          <a:srcRect b="0" l="0" r="0" t="0"/>
          <a:stretch/>
        </p:blipFill>
        <p:spPr>
          <a:xfrm>
            <a:off x="5016923" y="3204819"/>
            <a:ext cx="301848" cy="285678"/>
          </a:xfrm>
          <a:prstGeom prst="rect">
            <a:avLst/>
          </a:prstGeom>
          <a:noFill/>
          <a:ln>
            <a:noFill/>
          </a:ln>
        </p:spPr>
      </p:pic>
      <p:pic>
        <p:nvPicPr>
          <p:cNvPr id="621" name="Google Shape;621;p55"/>
          <p:cNvPicPr preferRelativeResize="0"/>
          <p:nvPr/>
        </p:nvPicPr>
        <p:blipFill rotWithShape="1">
          <a:blip r:embed="rId73">
            <a:alphaModFix/>
          </a:blip>
          <a:srcRect b="0" l="0" r="0" t="0"/>
          <a:stretch/>
        </p:blipFill>
        <p:spPr>
          <a:xfrm>
            <a:off x="5544463" y="3199428"/>
            <a:ext cx="285679" cy="296460"/>
          </a:xfrm>
          <a:prstGeom prst="rect">
            <a:avLst/>
          </a:prstGeom>
          <a:noFill/>
          <a:ln>
            <a:noFill/>
          </a:ln>
        </p:spPr>
      </p:pic>
      <p:pic>
        <p:nvPicPr>
          <p:cNvPr id="622" name="Google Shape;622;p55"/>
          <p:cNvPicPr preferRelativeResize="0"/>
          <p:nvPr/>
        </p:nvPicPr>
        <p:blipFill rotWithShape="1">
          <a:blip r:embed="rId74">
            <a:alphaModFix/>
          </a:blip>
          <a:srcRect b="0" l="0" r="0" t="0"/>
          <a:stretch/>
        </p:blipFill>
        <p:spPr>
          <a:xfrm>
            <a:off x="5978017" y="3256025"/>
            <a:ext cx="350361" cy="183265"/>
          </a:xfrm>
          <a:prstGeom prst="rect">
            <a:avLst/>
          </a:prstGeom>
          <a:noFill/>
          <a:ln>
            <a:noFill/>
          </a:ln>
        </p:spPr>
      </p:pic>
      <p:pic>
        <p:nvPicPr>
          <p:cNvPr id="623" name="Google Shape;623;p55"/>
          <p:cNvPicPr preferRelativeResize="0"/>
          <p:nvPr/>
        </p:nvPicPr>
        <p:blipFill rotWithShape="1">
          <a:blip r:embed="rId75">
            <a:alphaModFix/>
          </a:blip>
          <a:srcRect b="0" l="0" r="0" t="0"/>
          <a:stretch/>
        </p:blipFill>
        <p:spPr>
          <a:xfrm>
            <a:off x="578246" y="3766689"/>
            <a:ext cx="194046" cy="247947"/>
          </a:xfrm>
          <a:prstGeom prst="rect">
            <a:avLst/>
          </a:prstGeom>
          <a:noFill/>
          <a:ln>
            <a:noFill/>
          </a:ln>
        </p:spPr>
      </p:pic>
      <p:pic>
        <p:nvPicPr>
          <p:cNvPr id="624" name="Google Shape;624;p55"/>
          <p:cNvPicPr preferRelativeResize="0"/>
          <p:nvPr/>
        </p:nvPicPr>
        <p:blipFill rotWithShape="1">
          <a:blip r:embed="rId76">
            <a:alphaModFix/>
          </a:blip>
          <a:srcRect b="0" l="0" r="0" t="0"/>
          <a:stretch/>
        </p:blipFill>
        <p:spPr>
          <a:xfrm>
            <a:off x="999894" y="3747824"/>
            <a:ext cx="285680" cy="285679"/>
          </a:xfrm>
          <a:prstGeom prst="rect">
            <a:avLst/>
          </a:prstGeom>
          <a:noFill/>
          <a:ln>
            <a:noFill/>
          </a:ln>
        </p:spPr>
      </p:pic>
      <p:pic>
        <p:nvPicPr>
          <p:cNvPr id="625" name="Google Shape;625;p55"/>
          <p:cNvPicPr preferRelativeResize="0"/>
          <p:nvPr/>
        </p:nvPicPr>
        <p:blipFill rotWithShape="1">
          <a:blip r:embed="rId77">
            <a:alphaModFix/>
          </a:blip>
          <a:srcRect b="0" l="0" r="0" t="0"/>
          <a:stretch/>
        </p:blipFill>
        <p:spPr>
          <a:xfrm>
            <a:off x="1528845" y="3755909"/>
            <a:ext cx="269508" cy="269508"/>
          </a:xfrm>
          <a:prstGeom prst="rect">
            <a:avLst/>
          </a:prstGeom>
          <a:noFill/>
          <a:ln>
            <a:noFill/>
          </a:ln>
        </p:spPr>
      </p:pic>
      <p:pic>
        <p:nvPicPr>
          <p:cNvPr id="626" name="Google Shape;626;p55"/>
          <p:cNvPicPr preferRelativeResize="0"/>
          <p:nvPr/>
        </p:nvPicPr>
        <p:blipFill rotWithShape="1">
          <a:blip r:embed="rId78">
            <a:alphaModFix/>
          </a:blip>
          <a:srcRect b="0" l="0" r="0" t="0"/>
          <a:stretch/>
        </p:blipFill>
        <p:spPr>
          <a:xfrm>
            <a:off x="2023122" y="3758605"/>
            <a:ext cx="220997" cy="264117"/>
          </a:xfrm>
          <a:prstGeom prst="rect">
            <a:avLst/>
          </a:prstGeom>
          <a:noFill/>
          <a:ln>
            <a:noFill/>
          </a:ln>
        </p:spPr>
      </p:pic>
      <p:pic>
        <p:nvPicPr>
          <p:cNvPr id="627" name="Google Shape;627;p55"/>
          <p:cNvPicPr preferRelativeResize="0"/>
          <p:nvPr/>
        </p:nvPicPr>
        <p:blipFill rotWithShape="1">
          <a:blip r:embed="rId79">
            <a:alphaModFix/>
          </a:blip>
          <a:srcRect b="0" l="0" r="0" t="0"/>
          <a:stretch/>
        </p:blipFill>
        <p:spPr>
          <a:xfrm>
            <a:off x="2596556" y="3747824"/>
            <a:ext cx="140144" cy="285678"/>
          </a:xfrm>
          <a:prstGeom prst="rect">
            <a:avLst/>
          </a:prstGeom>
          <a:noFill/>
          <a:ln>
            <a:noFill/>
          </a:ln>
        </p:spPr>
      </p:pic>
      <p:pic>
        <p:nvPicPr>
          <p:cNvPr id="628" name="Google Shape;628;p55"/>
          <p:cNvPicPr preferRelativeResize="0"/>
          <p:nvPr/>
        </p:nvPicPr>
        <p:blipFill rotWithShape="1">
          <a:blip r:embed="rId80">
            <a:alphaModFix/>
          </a:blip>
          <a:srcRect b="0" l="0" r="0" t="0"/>
          <a:stretch/>
        </p:blipFill>
        <p:spPr>
          <a:xfrm>
            <a:off x="3066237" y="3761299"/>
            <a:ext cx="269508" cy="258728"/>
          </a:xfrm>
          <a:prstGeom prst="rect">
            <a:avLst/>
          </a:prstGeom>
          <a:noFill/>
          <a:ln>
            <a:noFill/>
          </a:ln>
        </p:spPr>
      </p:pic>
      <p:pic>
        <p:nvPicPr>
          <p:cNvPr id="629" name="Google Shape;629;p55"/>
          <p:cNvPicPr preferRelativeResize="0"/>
          <p:nvPr/>
        </p:nvPicPr>
        <p:blipFill rotWithShape="1">
          <a:blip r:embed="rId81">
            <a:alphaModFix/>
          </a:blip>
          <a:srcRect b="0" l="0" r="0" t="0"/>
          <a:stretch/>
        </p:blipFill>
        <p:spPr>
          <a:xfrm>
            <a:off x="3614699" y="3774775"/>
            <a:ext cx="274899" cy="231777"/>
          </a:xfrm>
          <a:prstGeom prst="rect">
            <a:avLst/>
          </a:prstGeom>
          <a:noFill/>
          <a:ln>
            <a:noFill/>
          </a:ln>
        </p:spPr>
      </p:pic>
      <p:pic>
        <p:nvPicPr>
          <p:cNvPr id="630" name="Google Shape;630;p55"/>
          <p:cNvPicPr preferRelativeResize="0"/>
          <p:nvPr/>
        </p:nvPicPr>
        <p:blipFill rotWithShape="1">
          <a:blip r:embed="rId82">
            <a:alphaModFix/>
          </a:blip>
          <a:srcRect b="0" l="0" r="0" t="0"/>
          <a:stretch/>
        </p:blipFill>
        <p:spPr>
          <a:xfrm>
            <a:off x="4078652" y="3758604"/>
            <a:ext cx="237167" cy="264118"/>
          </a:xfrm>
          <a:prstGeom prst="rect">
            <a:avLst/>
          </a:prstGeom>
          <a:noFill/>
          <a:ln>
            <a:noFill/>
          </a:ln>
        </p:spPr>
      </p:pic>
      <p:pic>
        <p:nvPicPr>
          <p:cNvPr id="631" name="Google Shape;631;p55"/>
          <p:cNvPicPr preferRelativeResize="0"/>
          <p:nvPr/>
        </p:nvPicPr>
        <p:blipFill rotWithShape="1">
          <a:blip r:embed="rId83">
            <a:alphaModFix/>
          </a:blip>
          <a:srcRect b="0" l="0" r="0" t="0"/>
          <a:stretch/>
        </p:blipFill>
        <p:spPr>
          <a:xfrm>
            <a:off x="4573151" y="3763994"/>
            <a:ext cx="199437" cy="253338"/>
          </a:xfrm>
          <a:prstGeom prst="rect">
            <a:avLst/>
          </a:prstGeom>
          <a:noFill/>
          <a:ln>
            <a:noFill/>
          </a:ln>
        </p:spPr>
      </p:pic>
      <p:pic>
        <p:nvPicPr>
          <p:cNvPr id="632" name="Google Shape;632;p55"/>
          <p:cNvPicPr preferRelativeResize="0"/>
          <p:nvPr/>
        </p:nvPicPr>
        <p:blipFill rotWithShape="1">
          <a:blip r:embed="rId84">
            <a:alphaModFix/>
          </a:blip>
          <a:srcRect b="0" l="0" r="0" t="0"/>
          <a:stretch/>
        </p:blipFill>
        <p:spPr>
          <a:xfrm>
            <a:off x="5068490" y="3782859"/>
            <a:ext cx="253338" cy="215607"/>
          </a:xfrm>
          <a:prstGeom prst="rect">
            <a:avLst/>
          </a:prstGeom>
          <a:noFill/>
          <a:ln>
            <a:noFill/>
          </a:ln>
        </p:spPr>
      </p:pic>
      <p:pic>
        <p:nvPicPr>
          <p:cNvPr id="633" name="Google Shape;633;p55"/>
          <p:cNvPicPr preferRelativeResize="0"/>
          <p:nvPr/>
        </p:nvPicPr>
        <p:blipFill rotWithShape="1">
          <a:blip r:embed="rId85">
            <a:alphaModFix/>
          </a:blip>
          <a:srcRect b="0" l="0" r="0" t="0"/>
          <a:stretch/>
        </p:blipFill>
        <p:spPr>
          <a:xfrm>
            <a:off x="5575254" y="3750518"/>
            <a:ext cx="274899" cy="280289"/>
          </a:xfrm>
          <a:prstGeom prst="rect">
            <a:avLst/>
          </a:prstGeom>
          <a:noFill/>
          <a:ln>
            <a:noFill/>
          </a:ln>
        </p:spPr>
      </p:pic>
      <p:pic>
        <p:nvPicPr>
          <p:cNvPr id="634" name="Google Shape;634;p55"/>
          <p:cNvPicPr preferRelativeResize="0"/>
          <p:nvPr/>
        </p:nvPicPr>
        <p:blipFill rotWithShape="1">
          <a:blip r:embed="rId86">
            <a:alphaModFix/>
          </a:blip>
          <a:srcRect b="0" l="0" r="0" t="0"/>
          <a:stretch/>
        </p:blipFill>
        <p:spPr>
          <a:xfrm>
            <a:off x="6037310" y="3774775"/>
            <a:ext cx="231777" cy="231777"/>
          </a:xfrm>
          <a:prstGeom prst="rect">
            <a:avLst/>
          </a:prstGeom>
          <a:noFill/>
          <a:ln>
            <a:noFill/>
          </a:ln>
        </p:spPr>
      </p:pic>
      <p:pic>
        <p:nvPicPr>
          <p:cNvPr id="635" name="Google Shape;635;p55"/>
          <p:cNvPicPr preferRelativeResize="0"/>
          <p:nvPr/>
        </p:nvPicPr>
        <p:blipFill rotWithShape="1">
          <a:blip r:embed="rId87">
            <a:alphaModFix/>
          </a:blip>
          <a:srcRect b="0" l="0" r="0" t="0"/>
          <a:stretch/>
        </p:blipFill>
        <p:spPr>
          <a:xfrm>
            <a:off x="4584460" y="4284579"/>
            <a:ext cx="237167" cy="204825"/>
          </a:xfrm>
          <a:prstGeom prst="rect">
            <a:avLst/>
          </a:prstGeom>
          <a:noFill/>
          <a:ln>
            <a:noFill/>
          </a:ln>
        </p:spPr>
      </p:pic>
      <p:pic>
        <p:nvPicPr>
          <p:cNvPr id="636" name="Google Shape;636;p55"/>
          <p:cNvPicPr preferRelativeResize="0"/>
          <p:nvPr/>
        </p:nvPicPr>
        <p:blipFill rotWithShape="1">
          <a:blip r:embed="rId88">
            <a:alphaModFix/>
          </a:blip>
          <a:srcRect b="0" l="0" r="0" t="0"/>
          <a:stretch/>
        </p:blipFill>
        <p:spPr>
          <a:xfrm>
            <a:off x="546883" y="4289969"/>
            <a:ext cx="247947" cy="194046"/>
          </a:xfrm>
          <a:prstGeom prst="rect">
            <a:avLst/>
          </a:prstGeom>
          <a:noFill/>
          <a:ln>
            <a:noFill/>
          </a:ln>
        </p:spPr>
      </p:pic>
      <p:pic>
        <p:nvPicPr>
          <p:cNvPr id="637" name="Google Shape;637;p55"/>
          <p:cNvPicPr preferRelativeResize="0"/>
          <p:nvPr/>
        </p:nvPicPr>
        <p:blipFill rotWithShape="1">
          <a:blip r:embed="rId89">
            <a:alphaModFix/>
          </a:blip>
          <a:srcRect b="0" l="0" r="0" t="0"/>
          <a:stretch/>
        </p:blipFill>
        <p:spPr>
          <a:xfrm>
            <a:off x="1000307" y="4263018"/>
            <a:ext cx="247947" cy="247947"/>
          </a:xfrm>
          <a:prstGeom prst="rect">
            <a:avLst/>
          </a:prstGeom>
          <a:noFill/>
          <a:ln>
            <a:noFill/>
          </a:ln>
        </p:spPr>
      </p:pic>
      <p:pic>
        <p:nvPicPr>
          <p:cNvPr id="638" name="Google Shape;638;p55"/>
          <p:cNvPicPr preferRelativeResize="0"/>
          <p:nvPr/>
        </p:nvPicPr>
        <p:blipFill rotWithShape="1">
          <a:blip r:embed="rId90">
            <a:alphaModFix/>
          </a:blip>
          <a:srcRect b="0" l="0" r="0" t="0"/>
          <a:stretch/>
        </p:blipFill>
        <p:spPr>
          <a:xfrm>
            <a:off x="1528120" y="4263018"/>
            <a:ext cx="296458" cy="247947"/>
          </a:xfrm>
          <a:prstGeom prst="rect">
            <a:avLst/>
          </a:prstGeom>
          <a:noFill/>
          <a:ln>
            <a:noFill/>
          </a:ln>
        </p:spPr>
      </p:pic>
      <p:pic>
        <p:nvPicPr>
          <p:cNvPr id="639" name="Google Shape;639;p55"/>
          <p:cNvPicPr preferRelativeResize="0"/>
          <p:nvPr/>
        </p:nvPicPr>
        <p:blipFill rotWithShape="1">
          <a:blip r:embed="rId91">
            <a:alphaModFix/>
          </a:blip>
          <a:srcRect b="0" l="0" r="0" t="0"/>
          <a:stretch/>
        </p:blipFill>
        <p:spPr>
          <a:xfrm>
            <a:off x="2018754" y="4260323"/>
            <a:ext cx="253338" cy="253338"/>
          </a:xfrm>
          <a:prstGeom prst="rect">
            <a:avLst/>
          </a:prstGeom>
          <a:noFill/>
          <a:ln>
            <a:noFill/>
          </a:ln>
        </p:spPr>
      </p:pic>
      <p:pic>
        <p:nvPicPr>
          <p:cNvPr id="640" name="Google Shape;640;p55"/>
          <p:cNvPicPr preferRelativeResize="0"/>
          <p:nvPr/>
        </p:nvPicPr>
        <p:blipFill rotWithShape="1">
          <a:blip r:embed="rId92">
            <a:alphaModFix/>
          </a:blip>
          <a:srcRect b="0" l="0" r="0" t="0"/>
          <a:stretch/>
        </p:blipFill>
        <p:spPr>
          <a:xfrm>
            <a:off x="2542657" y="4244152"/>
            <a:ext cx="274899" cy="285679"/>
          </a:xfrm>
          <a:prstGeom prst="rect">
            <a:avLst/>
          </a:prstGeom>
          <a:noFill/>
          <a:ln>
            <a:noFill/>
          </a:ln>
        </p:spPr>
      </p:pic>
      <p:pic>
        <p:nvPicPr>
          <p:cNvPr id="641" name="Google Shape;641;p55"/>
          <p:cNvPicPr preferRelativeResize="0"/>
          <p:nvPr/>
        </p:nvPicPr>
        <p:blipFill rotWithShape="1">
          <a:blip r:embed="rId93">
            <a:alphaModFix/>
          </a:blip>
          <a:srcRect b="0" l="0" r="0" t="0"/>
          <a:stretch/>
        </p:blipFill>
        <p:spPr>
          <a:xfrm>
            <a:off x="3083741" y="4271104"/>
            <a:ext cx="220996" cy="231777"/>
          </a:xfrm>
          <a:prstGeom prst="rect">
            <a:avLst/>
          </a:prstGeom>
          <a:noFill/>
          <a:ln>
            <a:noFill/>
          </a:ln>
        </p:spPr>
      </p:pic>
      <p:pic>
        <p:nvPicPr>
          <p:cNvPr id="642" name="Google Shape;642;p55"/>
          <p:cNvPicPr preferRelativeResize="0"/>
          <p:nvPr/>
        </p:nvPicPr>
        <p:blipFill rotWithShape="1">
          <a:blip r:embed="rId94">
            <a:alphaModFix/>
          </a:blip>
          <a:srcRect b="0" l="0" r="0" t="0"/>
          <a:stretch/>
        </p:blipFill>
        <p:spPr>
          <a:xfrm>
            <a:off x="3602328" y="4263018"/>
            <a:ext cx="264118" cy="247947"/>
          </a:xfrm>
          <a:prstGeom prst="rect">
            <a:avLst/>
          </a:prstGeom>
          <a:noFill/>
          <a:ln>
            <a:noFill/>
          </a:ln>
        </p:spPr>
      </p:pic>
      <p:pic>
        <p:nvPicPr>
          <p:cNvPr id="643" name="Google Shape;643;p55"/>
          <p:cNvPicPr preferRelativeResize="0"/>
          <p:nvPr/>
        </p:nvPicPr>
        <p:blipFill rotWithShape="1">
          <a:blip r:embed="rId95">
            <a:alphaModFix/>
          </a:blip>
          <a:srcRect b="0" l="0" r="0" t="0"/>
          <a:stretch/>
        </p:blipFill>
        <p:spPr>
          <a:xfrm>
            <a:off x="4104059" y="4265714"/>
            <a:ext cx="237167" cy="242557"/>
          </a:xfrm>
          <a:prstGeom prst="rect">
            <a:avLst/>
          </a:prstGeom>
          <a:noFill/>
          <a:ln>
            <a:noFill/>
          </a:ln>
        </p:spPr>
      </p:pic>
      <p:pic>
        <p:nvPicPr>
          <p:cNvPr id="644" name="Google Shape;644;p55"/>
          <p:cNvPicPr preferRelativeResize="0"/>
          <p:nvPr/>
        </p:nvPicPr>
        <p:blipFill rotWithShape="1">
          <a:blip r:embed="rId96">
            <a:alphaModFix/>
          </a:blip>
          <a:srcRect b="0" l="0" r="0" t="0"/>
          <a:stretch/>
        </p:blipFill>
        <p:spPr>
          <a:xfrm>
            <a:off x="5054597" y="4263018"/>
            <a:ext cx="253338" cy="247947"/>
          </a:xfrm>
          <a:prstGeom prst="rect">
            <a:avLst/>
          </a:prstGeom>
          <a:noFill/>
          <a:ln>
            <a:noFill/>
          </a:ln>
        </p:spPr>
      </p:pic>
      <p:pic>
        <p:nvPicPr>
          <p:cNvPr id="645" name="Google Shape;645;p55"/>
          <p:cNvPicPr preferRelativeResize="0"/>
          <p:nvPr/>
        </p:nvPicPr>
        <p:blipFill rotWithShape="1">
          <a:blip r:embed="rId97">
            <a:alphaModFix/>
          </a:blip>
          <a:srcRect b="0" l="0" r="0" t="0"/>
          <a:stretch/>
        </p:blipFill>
        <p:spPr>
          <a:xfrm>
            <a:off x="5592236" y="4254933"/>
            <a:ext cx="269508" cy="264118"/>
          </a:xfrm>
          <a:prstGeom prst="rect">
            <a:avLst/>
          </a:prstGeom>
          <a:noFill/>
          <a:ln>
            <a:noFill/>
          </a:ln>
        </p:spPr>
      </p:pic>
      <p:pic>
        <p:nvPicPr>
          <p:cNvPr id="646" name="Google Shape;646;p55"/>
          <p:cNvPicPr preferRelativeResize="0"/>
          <p:nvPr/>
        </p:nvPicPr>
        <p:blipFill rotWithShape="1">
          <a:blip r:embed="rId98">
            <a:alphaModFix/>
          </a:blip>
          <a:srcRect b="0" l="0" r="0" t="0"/>
          <a:stretch/>
        </p:blipFill>
        <p:spPr>
          <a:xfrm>
            <a:off x="6028596" y="4257628"/>
            <a:ext cx="258728" cy="2587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PTMON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